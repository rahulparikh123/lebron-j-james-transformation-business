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6" r:id="rId2"/>
    <p:sldId id="268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ire Luo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28"/>
  </p:normalViewPr>
  <p:slideViewPr>
    <p:cSldViewPr snapToGrid="0">
      <p:cViewPr>
        <p:scale>
          <a:sx n="84" d="100"/>
          <a:sy n="84" d="100"/>
        </p:scale>
        <p:origin x="14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.TO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.TO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.TO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.TO.csv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>
                <a:latin typeface="Book Antiqua" panose="02040602050305030304" pitchFamily="18" charset="0"/>
              </a:rPr>
              <a:t>ATZ Stock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'ATZ Stock Price'!$B$1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numRef>
              <c:f>'ATZ Stock Price'!$A$2:$A$670</c:f>
              <c:numCache>
                <c:formatCode>m/d/yy</c:formatCode>
                <c:ptCount val="669"/>
                <c:pt idx="0">
                  <c:v>44207</c:v>
                </c:pt>
                <c:pt idx="1">
                  <c:v>44208</c:v>
                </c:pt>
                <c:pt idx="2">
                  <c:v>44209</c:v>
                </c:pt>
                <c:pt idx="3">
                  <c:v>44210</c:v>
                </c:pt>
                <c:pt idx="4">
                  <c:v>44211</c:v>
                </c:pt>
                <c:pt idx="5">
                  <c:v>44214</c:v>
                </c:pt>
                <c:pt idx="6">
                  <c:v>44215</c:v>
                </c:pt>
                <c:pt idx="7">
                  <c:v>44216</c:v>
                </c:pt>
                <c:pt idx="8">
                  <c:v>44217</c:v>
                </c:pt>
                <c:pt idx="9">
                  <c:v>44218</c:v>
                </c:pt>
                <c:pt idx="10">
                  <c:v>44221</c:v>
                </c:pt>
                <c:pt idx="11">
                  <c:v>44222</c:v>
                </c:pt>
                <c:pt idx="12">
                  <c:v>44223</c:v>
                </c:pt>
                <c:pt idx="13">
                  <c:v>44224</c:v>
                </c:pt>
                <c:pt idx="14">
                  <c:v>44225</c:v>
                </c:pt>
                <c:pt idx="15">
                  <c:v>44228</c:v>
                </c:pt>
                <c:pt idx="16">
                  <c:v>44229</c:v>
                </c:pt>
                <c:pt idx="17">
                  <c:v>44230</c:v>
                </c:pt>
                <c:pt idx="18">
                  <c:v>44231</c:v>
                </c:pt>
                <c:pt idx="19">
                  <c:v>44232</c:v>
                </c:pt>
                <c:pt idx="20">
                  <c:v>44235</c:v>
                </c:pt>
                <c:pt idx="21">
                  <c:v>44236</c:v>
                </c:pt>
                <c:pt idx="22">
                  <c:v>44237</c:v>
                </c:pt>
                <c:pt idx="23">
                  <c:v>44238</c:v>
                </c:pt>
                <c:pt idx="24">
                  <c:v>44239</c:v>
                </c:pt>
                <c:pt idx="25">
                  <c:v>44243</c:v>
                </c:pt>
                <c:pt idx="26">
                  <c:v>44244</c:v>
                </c:pt>
                <c:pt idx="27">
                  <c:v>44245</c:v>
                </c:pt>
                <c:pt idx="28">
                  <c:v>44246</c:v>
                </c:pt>
                <c:pt idx="29">
                  <c:v>44249</c:v>
                </c:pt>
                <c:pt idx="30">
                  <c:v>44250</c:v>
                </c:pt>
                <c:pt idx="31">
                  <c:v>44251</c:v>
                </c:pt>
                <c:pt idx="32">
                  <c:v>44252</c:v>
                </c:pt>
                <c:pt idx="33">
                  <c:v>44253</c:v>
                </c:pt>
                <c:pt idx="34">
                  <c:v>44256</c:v>
                </c:pt>
                <c:pt idx="35">
                  <c:v>44257</c:v>
                </c:pt>
                <c:pt idx="36">
                  <c:v>44258</c:v>
                </c:pt>
                <c:pt idx="37">
                  <c:v>44259</c:v>
                </c:pt>
                <c:pt idx="38">
                  <c:v>44260</c:v>
                </c:pt>
                <c:pt idx="39">
                  <c:v>44263</c:v>
                </c:pt>
                <c:pt idx="40">
                  <c:v>44264</c:v>
                </c:pt>
                <c:pt idx="41">
                  <c:v>44265</c:v>
                </c:pt>
                <c:pt idx="42">
                  <c:v>44266</c:v>
                </c:pt>
                <c:pt idx="43">
                  <c:v>44267</c:v>
                </c:pt>
                <c:pt idx="44">
                  <c:v>44270</c:v>
                </c:pt>
                <c:pt idx="45">
                  <c:v>44271</c:v>
                </c:pt>
                <c:pt idx="46">
                  <c:v>44272</c:v>
                </c:pt>
                <c:pt idx="47">
                  <c:v>44273</c:v>
                </c:pt>
                <c:pt idx="48">
                  <c:v>44274</c:v>
                </c:pt>
                <c:pt idx="49">
                  <c:v>44277</c:v>
                </c:pt>
                <c:pt idx="50">
                  <c:v>44278</c:v>
                </c:pt>
                <c:pt idx="51">
                  <c:v>44279</c:v>
                </c:pt>
                <c:pt idx="52">
                  <c:v>44280</c:v>
                </c:pt>
                <c:pt idx="53">
                  <c:v>44281</c:v>
                </c:pt>
                <c:pt idx="54">
                  <c:v>44284</c:v>
                </c:pt>
                <c:pt idx="55">
                  <c:v>44285</c:v>
                </c:pt>
                <c:pt idx="56">
                  <c:v>44286</c:v>
                </c:pt>
                <c:pt idx="57">
                  <c:v>44287</c:v>
                </c:pt>
                <c:pt idx="58">
                  <c:v>44291</c:v>
                </c:pt>
                <c:pt idx="59">
                  <c:v>44292</c:v>
                </c:pt>
                <c:pt idx="60">
                  <c:v>44293</c:v>
                </c:pt>
                <c:pt idx="61">
                  <c:v>44294</c:v>
                </c:pt>
                <c:pt idx="62">
                  <c:v>44295</c:v>
                </c:pt>
                <c:pt idx="63">
                  <c:v>44298</c:v>
                </c:pt>
                <c:pt idx="64">
                  <c:v>44299</c:v>
                </c:pt>
                <c:pt idx="65">
                  <c:v>44300</c:v>
                </c:pt>
                <c:pt idx="66">
                  <c:v>44301</c:v>
                </c:pt>
                <c:pt idx="67">
                  <c:v>44302</c:v>
                </c:pt>
                <c:pt idx="68">
                  <c:v>44305</c:v>
                </c:pt>
                <c:pt idx="69">
                  <c:v>44306</c:v>
                </c:pt>
                <c:pt idx="70">
                  <c:v>44307</c:v>
                </c:pt>
                <c:pt idx="71">
                  <c:v>44308</c:v>
                </c:pt>
                <c:pt idx="72">
                  <c:v>44309</c:v>
                </c:pt>
                <c:pt idx="73">
                  <c:v>44312</c:v>
                </c:pt>
                <c:pt idx="74">
                  <c:v>44313</c:v>
                </c:pt>
                <c:pt idx="75">
                  <c:v>44314</c:v>
                </c:pt>
                <c:pt idx="76">
                  <c:v>44315</c:v>
                </c:pt>
                <c:pt idx="77">
                  <c:v>44316</c:v>
                </c:pt>
                <c:pt idx="78">
                  <c:v>44319</c:v>
                </c:pt>
                <c:pt idx="79">
                  <c:v>44320</c:v>
                </c:pt>
                <c:pt idx="80">
                  <c:v>44321</c:v>
                </c:pt>
                <c:pt idx="81">
                  <c:v>44322</c:v>
                </c:pt>
                <c:pt idx="82">
                  <c:v>44323</c:v>
                </c:pt>
                <c:pt idx="83">
                  <c:v>44326</c:v>
                </c:pt>
                <c:pt idx="84">
                  <c:v>44327</c:v>
                </c:pt>
                <c:pt idx="85">
                  <c:v>44328</c:v>
                </c:pt>
                <c:pt idx="86">
                  <c:v>44329</c:v>
                </c:pt>
                <c:pt idx="87">
                  <c:v>44330</c:v>
                </c:pt>
                <c:pt idx="88">
                  <c:v>44333</c:v>
                </c:pt>
                <c:pt idx="89">
                  <c:v>44334</c:v>
                </c:pt>
                <c:pt idx="90">
                  <c:v>44335</c:v>
                </c:pt>
                <c:pt idx="91">
                  <c:v>44336</c:v>
                </c:pt>
                <c:pt idx="92">
                  <c:v>44337</c:v>
                </c:pt>
                <c:pt idx="93">
                  <c:v>44341</c:v>
                </c:pt>
                <c:pt idx="94">
                  <c:v>44342</c:v>
                </c:pt>
                <c:pt idx="95">
                  <c:v>44343</c:v>
                </c:pt>
                <c:pt idx="96">
                  <c:v>44344</c:v>
                </c:pt>
                <c:pt idx="97">
                  <c:v>44347</c:v>
                </c:pt>
                <c:pt idx="98">
                  <c:v>44348</c:v>
                </c:pt>
                <c:pt idx="99">
                  <c:v>44349</c:v>
                </c:pt>
                <c:pt idx="100">
                  <c:v>44350</c:v>
                </c:pt>
                <c:pt idx="101">
                  <c:v>44351</c:v>
                </c:pt>
                <c:pt idx="102">
                  <c:v>44354</c:v>
                </c:pt>
                <c:pt idx="103">
                  <c:v>44355</c:v>
                </c:pt>
                <c:pt idx="104">
                  <c:v>44356</c:v>
                </c:pt>
                <c:pt idx="105">
                  <c:v>44357</c:v>
                </c:pt>
                <c:pt idx="106">
                  <c:v>44358</c:v>
                </c:pt>
                <c:pt idx="107">
                  <c:v>44361</c:v>
                </c:pt>
                <c:pt idx="108">
                  <c:v>44362</c:v>
                </c:pt>
                <c:pt idx="109">
                  <c:v>44363</c:v>
                </c:pt>
                <c:pt idx="110">
                  <c:v>44364</c:v>
                </c:pt>
                <c:pt idx="111">
                  <c:v>44365</c:v>
                </c:pt>
                <c:pt idx="112">
                  <c:v>44368</c:v>
                </c:pt>
                <c:pt idx="113">
                  <c:v>44369</c:v>
                </c:pt>
                <c:pt idx="114">
                  <c:v>44370</c:v>
                </c:pt>
                <c:pt idx="115">
                  <c:v>44371</c:v>
                </c:pt>
                <c:pt idx="116">
                  <c:v>44372</c:v>
                </c:pt>
                <c:pt idx="117">
                  <c:v>44375</c:v>
                </c:pt>
                <c:pt idx="118">
                  <c:v>44376</c:v>
                </c:pt>
                <c:pt idx="119">
                  <c:v>44377</c:v>
                </c:pt>
                <c:pt idx="120">
                  <c:v>44379</c:v>
                </c:pt>
                <c:pt idx="121">
                  <c:v>44382</c:v>
                </c:pt>
                <c:pt idx="122">
                  <c:v>44383</c:v>
                </c:pt>
                <c:pt idx="123">
                  <c:v>44384</c:v>
                </c:pt>
                <c:pt idx="124">
                  <c:v>44385</c:v>
                </c:pt>
                <c:pt idx="125">
                  <c:v>44386</c:v>
                </c:pt>
                <c:pt idx="126">
                  <c:v>44389</c:v>
                </c:pt>
                <c:pt idx="127">
                  <c:v>44390</c:v>
                </c:pt>
                <c:pt idx="128">
                  <c:v>44391</c:v>
                </c:pt>
                <c:pt idx="129">
                  <c:v>44392</c:v>
                </c:pt>
                <c:pt idx="130">
                  <c:v>44393</c:v>
                </c:pt>
                <c:pt idx="131">
                  <c:v>44396</c:v>
                </c:pt>
                <c:pt idx="132">
                  <c:v>44397</c:v>
                </c:pt>
                <c:pt idx="133">
                  <c:v>44398</c:v>
                </c:pt>
                <c:pt idx="134">
                  <c:v>44399</c:v>
                </c:pt>
                <c:pt idx="135">
                  <c:v>44400</c:v>
                </c:pt>
                <c:pt idx="136">
                  <c:v>44403</c:v>
                </c:pt>
                <c:pt idx="137">
                  <c:v>44404</c:v>
                </c:pt>
                <c:pt idx="138">
                  <c:v>44405</c:v>
                </c:pt>
                <c:pt idx="139">
                  <c:v>44406</c:v>
                </c:pt>
                <c:pt idx="140">
                  <c:v>44407</c:v>
                </c:pt>
                <c:pt idx="141">
                  <c:v>44411</c:v>
                </c:pt>
                <c:pt idx="142">
                  <c:v>44412</c:v>
                </c:pt>
                <c:pt idx="143">
                  <c:v>44413</c:v>
                </c:pt>
                <c:pt idx="144">
                  <c:v>44414</c:v>
                </c:pt>
                <c:pt idx="145">
                  <c:v>44417</c:v>
                </c:pt>
                <c:pt idx="146">
                  <c:v>44418</c:v>
                </c:pt>
                <c:pt idx="147">
                  <c:v>44419</c:v>
                </c:pt>
                <c:pt idx="148">
                  <c:v>44420</c:v>
                </c:pt>
                <c:pt idx="149">
                  <c:v>44421</c:v>
                </c:pt>
                <c:pt idx="150">
                  <c:v>44424</c:v>
                </c:pt>
                <c:pt idx="151">
                  <c:v>44425</c:v>
                </c:pt>
                <c:pt idx="152">
                  <c:v>44426</c:v>
                </c:pt>
                <c:pt idx="153">
                  <c:v>44427</c:v>
                </c:pt>
                <c:pt idx="154">
                  <c:v>44428</c:v>
                </c:pt>
                <c:pt idx="155">
                  <c:v>44431</c:v>
                </c:pt>
                <c:pt idx="156">
                  <c:v>44432</c:v>
                </c:pt>
                <c:pt idx="157">
                  <c:v>44433</c:v>
                </c:pt>
                <c:pt idx="158">
                  <c:v>44434</c:v>
                </c:pt>
                <c:pt idx="159">
                  <c:v>44435</c:v>
                </c:pt>
                <c:pt idx="160">
                  <c:v>44438</c:v>
                </c:pt>
                <c:pt idx="161">
                  <c:v>44439</c:v>
                </c:pt>
                <c:pt idx="162">
                  <c:v>44440</c:v>
                </c:pt>
                <c:pt idx="163">
                  <c:v>44441</c:v>
                </c:pt>
                <c:pt idx="164">
                  <c:v>44442</c:v>
                </c:pt>
                <c:pt idx="165">
                  <c:v>44446</c:v>
                </c:pt>
                <c:pt idx="166">
                  <c:v>44447</c:v>
                </c:pt>
                <c:pt idx="167">
                  <c:v>44448</c:v>
                </c:pt>
                <c:pt idx="168">
                  <c:v>44449</c:v>
                </c:pt>
                <c:pt idx="169">
                  <c:v>44452</c:v>
                </c:pt>
                <c:pt idx="170">
                  <c:v>44453</c:v>
                </c:pt>
                <c:pt idx="171">
                  <c:v>44454</c:v>
                </c:pt>
                <c:pt idx="172">
                  <c:v>44455</c:v>
                </c:pt>
                <c:pt idx="173">
                  <c:v>44456</c:v>
                </c:pt>
                <c:pt idx="174">
                  <c:v>44459</c:v>
                </c:pt>
                <c:pt idx="175">
                  <c:v>44460</c:v>
                </c:pt>
                <c:pt idx="176">
                  <c:v>44461</c:v>
                </c:pt>
                <c:pt idx="177">
                  <c:v>44462</c:v>
                </c:pt>
                <c:pt idx="178">
                  <c:v>44463</c:v>
                </c:pt>
                <c:pt idx="179">
                  <c:v>44466</c:v>
                </c:pt>
                <c:pt idx="180">
                  <c:v>44467</c:v>
                </c:pt>
                <c:pt idx="181">
                  <c:v>44468</c:v>
                </c:pt>
                <c:pt idx="182">
                  <c:v>44469</c:v>
                </c:pt>
                <c:pt idx="183">
                  <c:v>44470</c:v>
                </c:pt>
                <c:pt idx="184">
                  <c:v>44473</c:v>
                </c:pt>
                <c:pt idx="185">
                  <c:v>44474</c:v>
                </c:pt>
                <c:pt idx="186">
                  <c:v>44475</c:v>
                </c:pt>
                <c:pt idx="187">
                  <c:v>44476</c:v>
                </c:pt>
                <c:pt idx="188">
                  <c:v>44477</c:v>
                </c:pt>
                <c:pt idx="189">
                  <c:v>44481</c:v>
                </c:pt>
                <c:pt idx="190">
                  <c:v>44482</c:v>
                </c:pt>
                <c:pt idx="191">
                  <c:v>44483</c:v>
                </c:pt>
                <c:pt idx="192">
                  <c:v>44484</c:v>
                </c:pt>
                <c:pt idx="193">
                  <c:v>44487</c:v>
                </c:pt>
                <c:pt idx="194">
                  <c:v>44488</c:v>
                </c:pt>
                <c:pt idx="195">
                  <c:v>44489</c:v>
                </c:pt>
                <c:pt idx="196">
                  <c:v>44490</c:v>
                </c:pt>
                <c:pt idx="197">
                  <c:v>44491</c:v>
                </c:pt>
                <c:pt idx="198">
                  <c:v>44494</c:v>
                </c:pt>
                <c:pt idx="199">
                  <c:v>44495</c:v>
                </c:pt>
                <c:pt idx="200">
                  <c:v>44496</c:v>
                </c:pt>
                <c:pt idx="201">
                  <c:v>44497</c:v>
                </c:pt>
                <c:pt idx="202">
                  <c:v>44498</c:v>
                </c:pt>
                <c:pt idx="203">
                  <c:v>44501</c:v>
                </c:pt>
                <c:pt idx="204">
                  <c:v>44502</c:v>
                </c:pt>
                <c:pt idx="205">
                  <c:v>44503</c:v>
                </c:pt>
                <c:pt idx="206">
                  <c:v>44504</c:v>
                </c:pt>
                <c:pt idx="207">
                  <c:v>44505</c:v>
                </c:pt>
                <c:pt idx="208">
                  <c:v>44508</c:v>
                </c:pt>
                <c:pt idx="209">
                  <c:v>44509</c:v>
                </c:pt>
                <c:pt idx="210">
                  <c:v>44510</c:v>
                </c:pt>
                <c:pt idx="211">
                  <c:v>44511</c:v>
                </c:pt>
                <c:pt idx="212">
                  <c:v>44512</c:v>
                </c:pt>
                <c:pt idx="213">
                  <c:v>44515</c:v>
                </c:pt>
                <c:pt idx="214">
                  <c:v>44516</c:v>
                </c:pt>
                <c:pt idx="215">
                  <c:v>44517</c:v>
                </c:pt>
                <c:pt idx="216">
                  <c:v>44518</c:v>
                </c:pt>
                <c:pt idx="217">
                  <c:v>44519</c:v>
                </c:pt>
                <c:pt idx="218">
                  <c:v>44522</c:v>
                </c:pt>
                <c:pt idx="219">
                  <c:v>44523</c:v>
                </c:pt>
                <c:pt idx="220">
                  <c:v>44524</c:v>
                </c:pt>
                <c:pt idx="221">
                  <c:v>44525</c:v>
                </c:pt>
                <c:pt idx="222">
                  <c:v>44526</c:v>
                </c:pt>
                <c:pt idx="223">
                  <c:v>44529</c:v>
                </c:pt>
                <c:pt idx="224">
                  <c:v>44530</c:v>
                </c:pt>
                <c:pt idx="225">
                  <c:v>44531</c:v>
                </c:pt>
                <c:pt idx="226">
                  <c:v>44532</c:v>
                </c:pt>
                <c:pt idx="227">
                  <c:v>44533</c:v>
                </c:pt>
                <c:pt idx="228">
                  <c:v>44536</c:v>
                </c:pt>
                <c:pt idx="229">
                  <c:v>44537</c:v>
                </c:pt>
                <c:pt idx="230">
                  <c:v>44538</c:v>
                </c:pt>
                <c:pt idx="231">
                  <c:v>44539</c:v>
                </c:pt>
                <c:pt idx="232">
                  <c:v>44540</c:v>
                </c:pt>
                <c:pt idx="233">
                  <c:v>44543</c:v>
                </c:pt>
                <c:pt idx="234">
                  <c:v>44544</c:v>
                </c:pt>
                <c:pt idx="235">
                  <c:v>44545</c:v>
                </c:pt>
                <c:pt idx="236">
                  <c:v>44546</c:v>
                </c:pt>
                <c:pt idx="237">
                  <c:v>44547</c:v>
                </c:pt>
                <c:pt idx="238">
                  <c:v>44550</c:v>
                </c:pt>
                <c:pt idx="239">
                  <c:v>44551</c:v>
                </c:pt>
                <c:pt idx="240">
                  <c:v>44552</c:v>
                </c:pt>
                <c:pt idx="241">
                  <c:v>44553</c:v>
                </c:pt>
                <c:pt idx="242">
                  <c:v>44554</c:v>
                </c:pt>
                <c:pt idx="243">
                  <c:v>44559</c:v>
                </c:pt>
                <c:pt idx="244">
                  <c:v>44560</c:v>
                </c:pt>
                <c:pt idx="245">
                  <c:v>44561</c:v>
                </c:pt>
                <c:pt idx="246">
                  <c:v>44565</c:v>
                </c:pt>
                <c:pt idx="247">
                  <c:v>44566</c:v>
                </c:pt>
                <c:pt idx="248">
                  <c:v>44567</c:v>
                </c:pt>
                <c:pt idx="249">
                  <c:v>44568</c:v>
                </c:pt>
                <c:pt idx="250">
                  <c:v>44571</c:v>
                </c:pt>
                <c:pt idx="251">
                  <c:v>44572</c:v>
                </c:pt>
                <c:pt idx="252">
                  <c:v>44573</c:v>
                </c:pt>
                <c:pt idx="253">
                  <c:v>44574</c:v>
                </c:pt>
                <c:pt idx="254">
                  <c:v>44575</c:v>
                </c:pt>
                <c:pt idx="255">
                  <c:v>44578</c:v>
                </c:pt>
                <c:pt idx="256">
                  <c:v>44579</c:v>
                </c:pt>
                <c:pt idx="257">
                  <c:v>44580</c:v>
                </c:pt>
                <c:pt idx="258">
                  <c:v>44581</c:v>
                </c:pt>
                <c:pt idx="259">
                  <c:v>44582</c:v>
                </c:pt>
                <c:pt idx="260">
                  <c:v>44585</c:v>
                </c:pt>
                <c:pt idx="261">
                  <c:v>44586</c:v>
                </c:pt>
                <c:pt idx="262">
                  <c:v>44587</c:v>
                </c:pt>
                <c:pt idx="263">
                  <c:v>44588</c:v>
                </c:pt>
                <c:pt idx="264">
                  <c:v>44589</c:v>
                </c:pt>
                <c:pt idx="265">
                  <c:v>44592</c:v>
                </c:pt>
                <c:pt idx="266">
                  <c:v>44593</c:v>
                </c:pt>
                <c:pt idx="267">
                  <c:v>44594</c:v>
                </c:pt>
                <c:pt idx="268">
                  <c:v>44595</c:v>
                </c:pt>
                <c:pt idx="269">
                  <c:v>44596</c:v>
                </c:pt>
                <c:pt idx="270">
                  <c:v>44599</c:v>
                </c:pt>
                <c:pt idx="271">
                  <c:v>44600</c:v>
                </c:pt>
                <c:pt idx="272">
                  <c:v>44601</c:v>
                </c:pt>
                <c:pt idx="273">
                  <c:v>44602</c:v>
                </c:pt>
                <c:pt idx="274">
                  <c:v>44603</c:v>
                </c:pt>
                <c:pt idx="275">
                  <c:v>44606</c:v>
                </c:pt>
                <c:pt idx="276">
                  <c:v>44607</c:v>
                </c:pt>
                <c:pt idx="277">
                  <c:v>44608</c:v>
                </c:pt>
                <c:pt idx="278">
                  <c:v>44609</c:v>
                </c:pt>
                <c:pt idx="279">
                  <c:v>44610</c:v>
                </c:pt>
                <c:pt idx="280">
                  <c:v>44614</c:v>
                </c:pt>
                <c:pt idx="281">
                  <c:v>44615</c:v>
                </c:pt>
                <c:pt idx="282">
                  <c:v>44616</c:v>
                </c:pt>
                <c:pt idx="283">
                  <c:v>44617</c:v>
                </c:pt>
                <c:pt idx="284">
                  <c:v>44620</c:v>
                </c:pt>
                <c:pt idx="285">
                  <c:v>44621</c:v>
                </c:pt>
                <c:pt idx="286">
                  <c:v>44622</c:v>
                </c:pt>
                <c:pt idx="287">
                  <c:v>44623</c:v>
                </c:pt>
                <c:pt idx="288">
                  <c:v>44624</c:v>
                </c:pt>
                <c:pt idx="289">
                  <c:v>44627</c:v>
                </c:pt>
                <c:pt idx="290">
                  <c:v>44628</c:v>
                </c:pt>
                <c:pt idx="291">
                  <c:v>44629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44669</c:v>
                </c:pt>
                <c:pt idx="319">
                  <c:v>44670</c:v>
                </c:pt>
                <c:pt idx="320">
                  <c:v>44671</c:v>
                </c:pt>
                <c:pt idx="321">
                  <c:v>44672</c:v>
                </c:pt>
                <c:pt idx="322">
                  <c:v>44673</c:v>
                </c:pt>
                <c:pt idx="323">
                  <c:v>44676</c:v>
                </c:pt>
                <c:pt idx="324">
                  <c:v>44677</c:v>
                </c:pt>
                <c:pt idx="325">
                  <c:v>44678</c:v>
                </c:pt>
                <c:pt idx="326">
                  <c:v>44679</c:v>
                </c:pt>
                <c:pt idx="327">
                  <c:v>44680</c:v>
                </c:pt>
                <c:pt idx="328">
                  <c:v>44683</c:v>
                </c:pt>
                <c:pt idx="329">
                  <c:v>44684</c:v>
                </c:pt>
                <c:pt idx="330">
                  <c:v>44685</c:v>
                </c:pt>
                <c:pt idx="331">
                  <c:v>44686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44705</c:v>
                </c:pt>
                <c:pt idx="344">
                  <c:v>44706</c:v>
                </c:pt>
                <c:pt idx="345">
                  <c:v>44707</c:v>
                </c:pt>
                <c:pt idx="346">
                  <c:v>44708</c:v>
                </c:pt>
                <c:pt idx="347">
                  <c:v>44711</c:v>
                </c:pt>
                <c:pt idx="348">
                  <c:v>44712</c:v>
                </c:pt>
                <c:pt idx="349">
                  <c:v>44713</c:v>
                </c:pt>
                <c:pt idx="350">
                  <c:v>44714</c:v>
                </c:pt>
                <c:pt idx="351">
                  <c:v>44715</c:v>
                </c:pt>
                <c:pt idx="352">
                  <c:v>44718</c:v>
                </c:pt>
                <c:pt idx="353">
                  <c:v>44719</c:v>
                </c:pt>
                <c:pt idx="354">
                  <c:v>44720</c:v>
                </c:pt>
                <c:pt idx="355">
                  <c:v>44721</c:v>
                </c:pt>
                <c:pt idx="356">
                  <c:v>44722</c:v>
                </c:pt>
                <c:pt idx="357">
                  <c:v>44725</c:v>
                </c:pt>
                <c:pt idx="358">
                  <c:v>44726</c:v>
                </c:pt>
                <c:pt idx="359">
                  <c:v>44727</c:v>
                </c:pt>
                <c:pt idx="360">
                  <c:v>44728</c:v>
                </c:pt>
                <c:pt idx="361">
                  <c:v>44729</c:v>
                </c:pt>
                <c:pt idx="362">
                  <c:v>44732</c:v>
                </c:pt>
                <c:pt idx="363">
                  <c:v>44733</c:v>
                </c:pt>
                <c:pt idx="364">
                  <c:v>44734</c:v>
                </c:pt>
                <c:pt idx="365">
                  <c:v>44735</c:v>
                </c:pt>
                <c:pt idx="366">
                  <c:v>44736</c:v>
                </c:pt>
                <c:pt idx="367">
                  <c:v>44739</c:v>
                </c:pt>
                <c:pt idx="368">
                  <c:v>44740</c:v>
                </c:pt>
                <c:pt idx="369">
                  <c:v>44741</c:v>
                </c:pt>
                <c:pt idx="370">
                  <c:v>44742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44775</c:v>
                </c:pt>
                <c:pt idx="392">
                  <c:v>44776</c:v>
                </c:pt>
                <c:pt idx="393">
                  <c:v>44777</c:v>
                </c:pt>
                <c:pt idx="394">
                  <c:v>44778</c:v>
                </c:pt>
                <c:pt idx="395">
                  <c:v>44781</c:v>
                </c:pt>
                <c:pt idx="396">
                  <c:v>44782</c:v>
                </c:pt>
                <c:pt idx="397">
                  <c:v>44783</c:v>
                </c:pt>
                <c:pt idx="398">
                  <c:v>44784</c:v>
                </c:pt>
                <c:pt idx="399">
                  <c:v>44785</c:v>
                </c:pt>
                <c:pt idx="400">
                  <c:v>44788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44810</c:v>
                </c:pt>
                <c:pt idx="416">
                  <c:v>44811</c:v>
                </c:pt>
                <c:pt idx="417">
                  <c:v>44812</c:v>
                </c:pt>
                <c:pt idx="418">
                  <c:v>44813</c:v>
                </c:pt>
                <c:pt idx="419">
                  <c:v>44816</c:v>
                </c:pt>
                <c:pt idx="420">
                  <c:v>44817</c:v>
                </c:pt>
                <c:pt idx="421">
                  <c:v>44818</c:v>
                </c:pt>
                <c:pt idx="422">
                  <c:v>44819</c:v>
                </c:pt>
                <c:pt idx="423">
                  <c:v>44820</c:v>
                </c:pt>
                <c:pt idx="424">
                  <c:v>44823</c:v>
                </c:pt>
                <c:pt idx="425">
                  <c:v>44824</c:v>
                </c:pt>
                <c:pt idx="426">
                  <c:v>44825</c:v>
                </c:pt>
                <c:pt idx="427">
                  <c:v>44826</c:v>
                </c:pt>
                <c:pt idx="428">
                  <c:v>44827</c:v>
                </c:pt>
                <c:pt idx="429">
                  <c:v>44830</c:v>
                </c:pt>
                <c:pt idx="430">
                  <c:v>44831</c:v>
                </c:pt>
                <c:pt idx="431">
                  <c:v>44832</c:v>
                </c:pt>
                <c:pt idx="432">
                  <c:v>44833</c:v>
                </c:pt>
                <c:pt idx="433">
                  <c:v>44834</c:v>
                </c:pt>
                <c:pt idx="434">
                  <c:v>44837</c:v>
                </c:pt>
                <c:pt idx="435">
                  <c:v>44838</c:v>
                </c:pt>
                <c:pt idx="436">
                  <c:v>44839</c:v>
                </c:pt>
                <c:pt idx="437">
                  <c:v>44840</c:v>
                </c:pt>
                <c:pt idx="438">
                  <c:v>44841</c:v>
                </c:pt>
                <c:pt idx="439">
                  <c:v>44845</c:v>
                </c:pt>
                <c:pt idx="440">
                  <c:v>44846</c:v>
                </c:pt>
                <c:pt idx="441">
                  <c:v>44847</c:v>
                </c:pt>
                <c:pt idx="442">
                  <c:v>44848</c:v>
                </c:pt>
                <c:pt idx="443">
                  <c:v>44851</c:v>
                </c:pt>
                <c:pt idx="444">
                  <c:v>44852</c:v>
                </c:pt>
                <c:pt idx="445">
                  <c:v>44853</c:v>
                </c:pt>
                <c:pt idx="446">
                  <c:v>44854</c:v>
                </c:pt>
                <c:pt idx="447">
                  <c:v>44855</c:v>
                </c:pt>
                <c:pt idx="448">
                  <c:v>44858</c:v>
                </c:pt>
                <c:pt idx="449">
                  <c:v>44859</c:v>
                </c:pt>
                <c:pt idx="450">
                  <c:v>44860</c:v>
                </c:pt>
                <c:pt idx="451">
                  <c:v>44861</c:v>
                </c:pt>
                <c:pt idx="452">
                  <c:v>44862</c:v>
                </c:pt>
                <c:pt idx="453">
                  <c:v>44865</c:v>
                </c:pt>
                <c:pt idx="454">
                  <c:v>44866</c:v>
                </c:pt>
                <c:pt idx="455">
                  <c:v>44867</c:v>
                </c:pt>
                <c:pt idx="456">
                  <c:v>44868</c:v>
                </c:pt>
                <c:pt idx="457">
                  <c:v>44869</c:v>
                </c:pt>
                <c:pt idx="458">
                  <c:v>44872</c:v>
                </c:pt>
                <c:pt idx="459">
                  <c:v>44873</c:v>
                </c:pt>
                <c:pt idx="460">
                  <c:v>44874</c:v>
                </c:pt>
                <c:pt idx="461">
                  <c:v>44875</c:v>
                </c:pt>
                <c:pt idx="462">
                  <c:v>44876</c:v>
                </c:pt>
                <c:pt idx="463">
                  <c:v>44879</c:v>
                </c:pt>
                <c:pt idx="464">
                  <c:v>44880</c:v>
                </c:pt>
                <c:pt idx="465">
                  <c:v>44881</c:v>
                </c:pt>
                <c:pt idx="466">
                  <c:v>44882</c:v>
                </c:pt>
                <c:pt idx="467">
                  <c:v>44883</c:v>
                </c:pt>
                <c:pt idx="468">
                  <c:v>44886</c:v>
                </c:pt>
                <c:pt idx="469">
                  <c:v>44887</c:v>
                </c:pt>
                <c:pt idx="470">
                  <c:v>44888</c:v>
                </c:pt>
                <c:pt idx="471">
                  <c:v>44889</c:v>
                </c:pt>
                <c:pt idx="472">
                  <c:v>44890</c:v>
                </c:pt>
                <c:pt idx="473">
                  <c:v>44893</c:v>
                </c:pt>
                <c:pt idx="474">
                  <c:v>44894</c:v>
                </c:pt>
                <c:pt idx="475">
                  <c:v>44895</c:v>
                </c:pt>
                <c:pt idx="476">
                  <c:v>44896</c:v>
                </c:pt>
                <c:pt idx="477">
                  <c:v>44897</c:v>
                </c:pt>
                <c:pt idx="478">
                  <c:v>44900</c:v>
                </c:pt>
                <c:pt idx="479">
                  <c:v>44901</c:v>
                </c:pt>
                <c:pt idx="480">
                  <c:v>44902</c:v>
                </c:pt>
                <c:pt idx="481">
                  <c:v>44903</c:v>
                </c:pt>
                <c:pt idx="482">
                  <c:v>44904</c:v>
                </c:pt>
                <c:pt idx="483">
                  <c:v>44907</c:v>
                </c:pt>
                <c:pt idx="484">
                  <c:v>44908</c:v>
                </c:pt>
                <c:pt idx="485">
                  <c:v>44909</c:v>
                </c:pt>
                <c:pt idx="486">
                  <c:v>44910</c:v>
                </c:pt>
                <c:pt idx="487">
                  <c:v>44911</c:v>
                </c:pt>
                <c:pt idx="488">
                  <c:v>44914</c:v>
                </c:pt>
                <c:pt idx="489">
                  <c:v>44915</c:v>
                </c:pt>
                <c:pt idx="490">
                  <c:v>44916</c:v>
                </c:pt>
                <c:pt idx="491">
                  <c:v>44917</c:v>
                </c:pt>
                <c:pt idx="492">
                  <c:v>44918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44929</c:v>
                </c:pt>
                <c:pt idx="497">
                  <c:v>44930</c:v>
                </c:pt>
                <c:pt idx="498">
                  <c:v>44931</c:v>
                </c:pt>
                <c:pt idx="499">
                  <c:v>44932</c:v>
                </c:pt>
                <c:pt idx="500">
                  <c:v>44935</c:v>
                </c:pt>
                <c:pt idx="501">
                  <c:v>44936</c:v>
                </c:pt>
                <c:pt idx="502">
                  <c:v>44937</c:v>
                </c:pt>
                <c:pt idx="503">
                  <c:v>44938</c:v>
                </c:pt>
                <c:pt idx="504">
                  <c:v>44939</c:v>
                </c:pt>
                <c:pt idx="505">
                  <c:v>44942</c:v>
                </c:pt>
                <c:pt idx="506">
                  <c:v>44943</c:v>
                </c:pt>
                <c:pt idx="507">
                  <c:v>44944</c:v>
                </c:pt>
                <c:pt idx="508">
                  <c:v>44945</c:v>
                </c:pt>
                <c:pt idx="509">
                  <c:v>44946</c:v>
                </c:pt>
                <c:pt idx="510">
                  <c:v>44949</c:v>
                </c:pt>
                <c:pt idx="511">
                  <c:v>44950</c:v>
                </c:pt>
                <c:pt idx="512">
                  <c:v>44951</c:v>
                </c:pt>
                <c:pt idx="513">
                  <c:v>44952</c:v>
                </c:pt>
                <c:pt idx="514">
                  <c:v>44953</c:v>
                </c:pt>
                <c:pt idx="515">
                  <c:v>44956</c:v>
                </c:pt>
                <c:pt idx="516">
                  <c:v>44957</c:v>
                </c:pt>
                <c:pt idx="517">
                  <c:v>44958</c:v>
                </c:pt>
                <c:pt idx="518">
                  <c:v>44959</c:v>
                </c:pt>
                <c:pt idx="519">
                  <c:v>44960</c:v>
                </c:pt>
                <c:pt idx="520">
                  <c:v>44963</c:v>
                </c:pt>
                <c:pt idx="521">
                  <c:v>44964</c:v>
                </c:pt>
                <c:pt idx="522">
                  <c:v>44965</c:v>
                </c:pt>
                <c:pt idx="523">
                  <c:v>44966</c:v>
                </c:pt>
                <c:pt idx="524">
                  <c:v>44967</c:v>
                </c:pt>
                <c:pt idx="525">
                  <c:v>44970</c:v>
                </c:pt>
                <c:pt idx="526">
                  <c:v>44971</c:v>
                </c:pt>
                <c:pt idx="527">
                  <c:v>44972</c:v>
                </c:pt>
                <c:pt idx="528">
                  <c:v>44973</c:v>
                </c:pt>
                <c:pt idx="529">
                  <c:v>44974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44986</c:v>
                </c:pt>
                <c:pt idx="537">
                  <c:v>44987</c:v>
                </c:pt>
                <c:pt idx="538">
                  <c:v>44988</c:v>
                </c:pt>
                <c:pt idx="539">
                  <c:v>44991</c:v>
                </c:pt>
                <c:pt idx="540">
                  <c:v>44992</c:v>
                </c:pt>
                <c:pt idx="541">
                  <c:v>44993</c:v>
                </c:pt>
                <c:pt idx="542">
                  <c:v>44994</c:v>
                </c:pt>
                <c:pt idx="543">
                  <c:v>44995</c:v>
                </c:pt>
                <c:pt idx="544">
                  <c:v>44998</c:v>
                </c:pt>
                <c:pt idx="545">
                  <c:v>44999</c:v>
                </c:pt>
                <c:pt idx="546">
                  <c:v>45000</c:v>
                </c:pt>
                <c:pt idx="547">
                  <c:v>45001</c:v>
                </c:pt>
                <c:pt idx="548">
                  <c:v>45002</c:v>
                </c:pt>
                <c:pt idx="549">
                  <c:v>45005</c:v>
                </c:pt>
                <c:pt idx="550">
                  <c:v>45006</c:v>
                </c:pt>
                <c:pt idx="551">
                  <c:v>45007</c:v>
                </c:pt>
                <c:pt idx="552">
                  <c:v>45008</c:v>
                </c:pt>
                <c:pt idx="553">
                  <c:v>45009</c:v>
                </c:pt>
                <c:pt idx="554">
                  <c:v>45012</c:v>
                </c:pt>
                <c:pt idx="555">
                  <c:v>45013</c:v>
                </c:pt>
                <c:pt idx="556">
                  <c:v>45014</c:v>
                </c:pt>
                <c:pt idx="557">
                  <c:v>45015</c:v>
                </c:pt>
                <c:pt idx="558">
                  <c:v>45016</c:v>
                </c:pt>
                <c:pt idx="559">
                  <c:v>45019</c:v>
                </c:pt>
                <c:pt idx="560">
                  <c:v>45020</c:v>
                </c:pt>
                <c:pt idx="561">
                  <c:v>45021</c:v>
                </c:pt>
                <c:pt idx="562">
                  <c:v>45022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45047</c:v>
                </c:pt>
                <c:pt idx="579">
                  <c:v>45048</c:v>
                </c:pt>
                <c:pt idx="580">
                  <c:v>45049</c:v>
                </c:pt>
                <c:pt idx="581">
                  <c:v>45050</c:v>
                </c:pt>
                <c:pt idx="582">
                  <c:v>45051</c:v>
                </c:pt>
                <c:pt idx="583">
                  <c:v>45054</c:v>
                </c:pt>
                <c:pt idx="584">
                  <c:v>45055</c:v>
                </c:pt>
                <c:pt idx="585">
                  <c:v>45056</c:v>
                </c:pt>
                <c:pt idx="586">
                  <c:v>45057</c:v>
                </c:pt>
                <c:pt idx="587">
                  <c:v>45058</c:v>
                </c:pt>
                <c:pt idx="588">
                  <c:v>45061</c:v>
                </c:pt>
                <c:pt idx="589">
                  <c:v>45062</c:v>
                </c:pt>
                <c:pt idx="590">
                  <c:v>45063</c:v>
                </c:pt>
                <c:pt idx="591">
                  <c:v>45064</c:v>
                </c:pt>
                <c:pt idx="592">
                  <c:v>45065</c:v>
                </c:pt>
                <c:pt idx="593">
                  <c:v>45069</c:v>
                </c:pt>
                <c:pt idx="594">
                  <c:v>45070</c:v>
                </c:pt>
                <c:pt idx="595">
                  <c:v>45071</c:v>
                </c:pt>
                <c:pt idx="596">
                  <c:v>45072</c:v>
                </c:pt>
                <c:pt idx="597">
                  <c:v>45075</c:v>
                </c:pt>
                <c:pt idx="598">
                  <c:v>45076</c:v>
                </c:pt>
                <c:pt idx="599">
                  <c:v>45077</c:v>
                </c:pt>
                <c:pt idx="600">
                  <c:v>45078</c:v>
                </c:pt>
                <c:pt idx="601">
                  <c:v>45079</c:v>
                </c:pt>
                <c:pt idx="602">
                  <c:v>45082</c:v>
                </c:pt>
                <c:pt idx="603">
                  <c:v>45083</c:v>
                </c:pt>
                <c:pt idx="604">
                  <c:v>45084</c:v>
                </c:pt>
                <c:pt idx="605">
                  <c:v>45085</c:v>
                </c:pt>
                <c:pt idx="606">
                  <c:v>45086</c:v>
                </c:pt>
                <c:pt idx="607">
                  <c:v>45089</c:v>
                </c:pt>
                <c:pt idx="608">
                  <c:v>45090</c:v>
                </c:pt>
                <c:pt idx="609">
                  <c:v>45091</c:v>
                </c:pt>
                <c:pt idx="610">
                  <c:v>45092</c:v>
                </c:pt>
                <c:pt idx="611">
                  <c:v>45093</c:v>
                </c:pt>
                <c:pt idx="612">
                  <c:v>45096</c:v>
                </c:pt>
                <c:pt idx="613">
                  <c:v>45097</c:v>
                </c:pt>
                <c:pt idx="614">
                  <c:v>45098</c:v>
                </c:pt>
                <c:pt idx="615">
                  <c:v>45099</c:v>
                </c:pt>
                <c:pt idx="616">
                  <c:v>45100</c:v>
                </c:pt>
                <c:pt idx="617">
                  <c:v>45103</c:v>
                </c:pt>
                <c:pt idx="618">
                  <c:v>45104</c:v>
                </c:pt>
                <c:pt idx="619">
                  <c:v>45105</c:v>
                </c:pt>
                <c:pt idx="620">
                  <c:v>45106</c:v>
                </c:pt>
                <c:pt idx="621">
                  <c:v>45107</c:v>
                </c:pt>
                <c:pt idx="622">
                  <c:v>45111</c:v>
                </c:pt>
                <c:pt idx="623">
                  <c:v>45112</c:v>
                </c:pt>
                <c:pt idx="624">
                  <c:v>45113</c:v>
                </c:pt>
                <c:pt idx="625">
                  <c:v>45114</c:v>
                </c:pt>
                <c:pt idx="626">
                  <c:v>45117</c:v>
                </c:pt>
                <c:pt idx="627">
                  <c:v>45118</c:v>
                </c:pt>
                <c:pt idx="628">
                  <c:v>45119</c:v>
                </c:pt>
                <c:pt idx="629">
                  <c:v>45120</c:v>
                </c:pt>
                <c:pt idx="630">
                  <c:v>45121</c:v>
                </c:pt>
                <c:pt idx="631">
                  <c:v>45124</c:v>
                </c:pt>
                <c:pt idx="632">
                  <c:v>45125</c:v>
                </c:pt>
                <c:pt idx="633">
                  <c:v>45126</c:v>
                </c:pt>
                <c:pt idx="634">
                  <c:v>45127</c:v>
                </c:pt>
                <c:pt idx="635">
                  <c:v>45128</c:v>
                </c:pt>
                <c:pt idx="636">
                  <c:v>45131</c:v>
                </c:pt>
                <c:pt idx="637">
                  <c:v>45132</c:v>
                </c:pt>
                <c:pt idx="638">
                  <c:v>45133</c:v>
                </c:pt>
                <c:pt idx="639">
                  <c:v>45134</c:v>
                </c:pt>
                <c:pt idx="640">
                  <c:v>45135</c:v>
                </c:pt>
                <c:pt idx="641">
                  <c:v>45138</c:v>
                </c:pt>
                <c:pt idx="642">
                  <c:v>45139</c:v>
                </c:pt>
                <c:pt idx="643">
                  <c:v>45140</c:v>
                </c:pt>
                <c:pt idx="644">
                  <c:v>45141</c:v>
                </c:pt>
                <c:pt idx="645">
                  <c:v>45142</c:v>
                </c:pt>
                <c:pt idx="646">
                  <c:v>45146</c:v>
                </c:pt>
                <c:pt idx="647">
                  <c:v>45147</c:v>
                </c:pt>
                <c:pt idx="648">
                  <c:v>45148</c:v>
                </c:pt>
                <c:pt idx="649">
                  <c:v>45149</c:v>
                </c:pt>
                <c:pt idx="650">
                  <c:v>45152</c:v>
                </c:pt>
                <c:pt idx="651">
                  <c:v>45153</c:v>
                </c:pt>
                <c:pt idx="652">
                  <c:v>45154</c:v>
                </c:pt>
                <c:pt idx="653">
                  <c:v>45155</c:v>
                </c:pt>
                <c:pt idx="654">
                  <c:v>45156</c:v>
                </c:pt>
                <c:pt idx="655">
                  <c:v>45159</c:v>
                </c:pt>
                <c:pt idx="656">
                  <c:v>45160</c:v>
                </c:pt>
                <c:pt idx="657">
                  <c:v>45161</c:v>
                </c:pt>
                <c:pt idx="658">
                  <c:v>45162</c:v>
                </c:pt>
                <c:pt idx="659">
                  <c:v>45163</c:v>
                </c:pt>
                <c:pt idx="660">
                  <c:v>45166</c:v>
                </c:pt>
                <c:pt idx="661">
                  <c:v>45167</c:v>
                </c:pt>
                <c:pt idx="662">
                  <c:v>45168</c:v>
                </c:pt>
                <c:pt idx="663">
                  <c:v>45169</c:v>
                </c:pt>
                <c:pt idx="664">
                  <c:v>45170</c:v>
                </c:pt>
                <c:pt idx="665">
                  <c:v>45174</c:v>
                </c:pt>
                <c:pt idx="666">
                  <c:v>45175</c:v>
                </c:pt>
                <c:pt idx="667">
                  <c:v>45176</c:v>
                </c:pt>
                <c:pt idx="668">
                  <c:v>45177</c:v>
                </c:pt>
              </c:numCache>
            </c:numRef>
          </c:cat>
          <c:val>
            <c:numRef>
              <c:f>'ATZ Stock Price'!$B$2:$B$670</c:f>
              <c:numCache>
                <c:formatCode>General</c:formatCode>
                <c:ptCount val="669"/>
                <c:pt idx="0">
                  <c:v>346500</c:v>
                </c:pt>
                <c:pt idx="1">
                  <c:v>241600</c:v>
                </c:pt>
                <c:pt idx="2">
                  <c:v>215800</c:v>
                </c:pt>
                <c:pt idx="3">
                  <c:v>732900</c:v>
                </c:pt>
                <c:pt idx="4">
                  <c:v>402100</c:v>
                </c:pt>
                <c:pt idx="5">
                  <c:v>242200</c:v>
                </c:pt>
                <c:pt idx="6">
                  <c:v>598000</c:v>
                </c:pt>
                <c:pt idx="7">
                  <c:v>451500</c:v>
                </c:pt>
                <c:pt idx="8">
                  <c:v>234700</c:v>
                </c:pt>
                <c:pt idx="9">
                  <c:v>209300</c:v>
                </c:pt>
                <c:pt idx="10">
                  <c:v>443000</c:v>
                </c:pt>
                <c:pt idx="11">
                  <c:v>251600</c:v>
                </c:pt>
                <c:pt idx="12">
                  <c:v>499500</c:v>
                </c:pt>
                <c:pt idx="13">
                  <c:v>451700</c:v>
                </c:pt>
                <c:pt idx="14">
                  <c:v>245000</c:v>
                </c:pt>
                <c:pt idx="15">
                  <c:v>152600</c:v>
                </c:pt>
                <c:pt idx="16">
                  <c:v>383500</c:v>
                </c:pt>
                <c:pt idx="17">
                  <c:v>295700</c:v>
                </c:pt>
                <c:pt idx="18">
                  <c:v>259300</c:v>
                </c:pt>
                <c:pt idx="19">
                  <c:v>487900</c:v>
                </c:pt>
                <c:pt idx="20">
                  <c:v>315000</c:v>
                </c:pt>
                <c:pt idx="21">
                  <c:v>136000</c:v>
                </c:pt>
                <c:pt idx="22">
                  <c:v>505200</c:v>
                </c:pt>
                <c:pt idx="23">
                  <c:v>285500</c:v>
                </c:pt>
                <c:pt idx="24">
                  <c:v>204700</c:v>
                </c:pt>
                <c:pt idx="25">
                  <c:v>474600</c:v>
                </c:pt>
                <c:pt idx="26">
                  <c:v>412400</c:v>
                </c:pt>
                <c:pt idx="27">
                  <c:v>278500</c:v>
                </c:pt>
                <c:pt idx="28">
                  <c:v>545500</c:v>
                </c:pt>
                <c:pt idx="29">
                  <c:v>324800</c:v>
                </c:pt>
                <c:pt idx="30">
                  <c:v>443600</c:v>
                </c:pt>
                <c:pt idx="31">
                  <c:v>404700</c:v>
                </c:pt>
                <c:pt idx="32">
                  <c:v>199100</c:v>
                </c:pt>
                <c:pt idx="33">
                  <c:v>332300</c:v>
                </c:pt>
                <c:pt idx="34">
                  <c:v>276000</c:v>
                </c:pt>
                <c:pt idx="35">
                  <c:v>176500</c:v>
                </c:pt>
                <c:pt idx="36">
                  <c:v>312300</c:v>
                </c:pt>
                <c:pt idx="37">
                  <c:v>460600</c:v>
                </c:pt>
                <c:pt idx="38">
                  <c:v>356200</c:v>
                </c:pt>
                <c:pt idx="39">
                  <c:v>230700</c:v>
                </c:pt>
                <c:pt idx="40">
                  <c:v>433400</c:v>
                </c:pt>
                <c:pt idx="41">
                  <c:v>243500</c:v>
                </c:pt>
                <c:pt idx="42">
                  <c:v>362300</c:v>
                </c:pt>
                <c:pt idx="43">
                  <c:v>192800</c:v>
                </c:pt>
                <c:pt idx="44">
                  <c:v>221500</c:v>
                </c:pt>
                <c:pt idx="45">
                  <c:v>206000</c:v>
                </c:pt>
                <c:pt idx="46">
                  <c:v>236300</c:v>
                </c:pt>
                <c:pt idx="47">
                  <c:v>311300</c:v>
                </c:pt>
                <c:pt idx="48">
                  <c:v>232200</c:v>
                </c:pt>
                <c:pt idx="49">
                  <c:v>133700</c:v>
                </c:pt>
                <c:pt idx="50">
                  <c:v>270900</c:v>
                </c:pt>
                <c:pt idx="51">
                  <c:v>197700</c:v>
                </c:pt>
                <c:pt idx="52">
                  <c:v>375700</c:v>
                </c:pt>
                <c:pt idx="53">
                  <c:v>135500</c:v>
                </c:pt>
                <c:pt idx="54">
                  <c:v>136200</c:v>
                </c:pt>
                <c:pt idx="55">
                  <c:v>240000</c:v>
                </c:pt>
                <c:pt idx="56">
                  <c:v>316000</c:v>
                </c:pt>
                <c:pt idx="57">
                  <c:v>485900</c:v>
                </c:pt>
                <c:pt idx="58">
                  <c:v>293700</c:v>
                </c:pt>
                <c:pt idx="59">
                  <c:v>304200</c:v>
                </c:pt>
                <c:pt idx="60">
                  <c:v>182100</c:v>
                </c:pt>
                <c:pt idx="61">
                  <c:v>131100</c:v>
                </c:pt>
                <c:pt idx="62">
                  <c:v>138800</c:v>
                </c:pt>
                <c:pt idx="63">
                  <c:v>219700</c:v>
                </c:pt>
                <c:pt idx="64">
                  <c:v>212300</c:v>
                </c:pt>
                <c:pt idx="65">
                  <c:v>154300</c:v>
                </c:pt>
                <c:pt idx="66">
                  <c:v>147600</c:v>
                </c:pt>
                <c:pt idx="67">
                  <c:v>155600</c:v>
                </c:pt>
                <c:pt idx="68">
                  <c:v>178300</c:v>
                </c:pt>
                <c:pt idx="69">
                  <c:v>155100</c:v>
                </c:pt>
                <c:pt idx="70">
                  <c:v>107100</c:v>
                </c:pt>
                <c:pt idx="71">
                  <c:v>148600</c:v>
                </c:pt>
                <c:pt idx="72">
                  <c:v>72200</c:v>
                </c:pt>
                <c:pt idx="73">
                  <c:v>172800</c:v>
                </c:pt>
                <c:pt idx="74">
                  <c:v>107900</c:v>
                </c:pt>
                <c:pt idx="75">
                  <c:v>341100</c:v>
                </c:pt>
                <c:pt idx="76">
                  <c:v>153400</c:v>
                </c:pt>
                <c:pt idx="77">
                  <c:v>130700</c:v>
                </c:pt>
                <c:pt idx="78">
                  <c:v>325900</c:v>
                </c:pt>
                <c:pt idx="79">
                  <c:v>240400</c:v>
                </c:pt>
                <c:pt idx="80">
                  <c:v>264000</c:v>
                </c:pt>
                <c:pt idx="81">
                  <c:v>252300</c:v>
                </c:pt>
                <c:pt idx="82">
                  <c:v>100600</c:v>
                </c:pt>
                <c:pt idx="83">
                  <c:v>172500</c:v>
                </c:pt>
                <c:pt idx="84">
                  <c:v>546800</c:v>
                </c:pt>
                <c:pt idx="85">
                  <c:v>547200</c:v>
                </c:pt>
                <c:pt idx="86">
                  <c:v>239500</c:v>
                </c:pt>
                <c:pt idx="87">
                  <c:v>565400</c:v>
                </c:pt>
                <c:pt idx="88">
                  <c:v>264000</c:v>
                </c:pt>
                <c:pt idx="89">
                  <c:v>319900</c:v>
                </c:pt>
                <c:pt idx="90">
                  <c:v>232500</c:v>
                </c:pt>
                <c:pt idx="91">
                  <c:v>222800</c:v>
                </c:pt>
                <c:pt idx="92">
                  <c:v>121700</c:v>
                </c:pt>
                <c:pt idx="93">
                  <c:v>178100</c:v>
                </c:pt>
                <c:pt idx="94">
                  <c:v>164600</c:v>
                </c:pt>
                <c:pt idx="95">
                  <c:v>333200</c:v>
                </c:pt>
                <c:pt idx="96">
                  <c:v>185800</c:v>
                </c:pt>
                <c:pt idx="97">
                  <c:v>190600</c:v>
                </c:pt>
                <c:pt idx="98">
                  <c:v>399200</c:v>
                </c:pt>
                <c:pt idx="99">
                  <c:v>314900</c:v>
                </c:pt>
                <c:pt idx="100">
                  <c:v>317400</c:v>
                </c:pt>
                <c:pt idx="101">
                  <c:v>405300</c:v>
                </c:pt>
                <c:pt idx="102">
                  <c:v>347600</c:v>
                </c:pt>
                <c:pt idx="103">
                  <c:v>434600</c:v>
                </c:pt>
                <c:pt idx="104">
                  <c:v>323900</c:v>
                </c:pt>
                <c:pt idx="105">
                  <c:v>235900</c:v>
                </c:pt>
                <c:pt idx="106">
                  <c:v>313600</c:v>
                </c:pt>
                <c:pt idx="107">
                  <c:v>264500</c:v>
                </c:pt>
                <c:pt idx="108">
                  <c:v>344500</c:v>
                </c:pt>
                <c:pt idx="109">
                  <c:v>361800</c:v>
                </c:pt>
                <c:pt idx="110">
                  <c:v>391800</c:v>
                </c:pt>
                <c:pt idx="111">
                  <c:v>488400</c:v>
                </c:pt>
                <c:pt idx="112">
                  <c:v>255400</c:v>
                </c:pt>
                <c:pt idx="113">
                  <c:v>421800</c:v>
                </c:pt>
                <c:pt idx="114">
                  <c:v>417600</c:v>
                </c:pt>
                <c:pt idx="115">
                  <c:v>298600</c:v>
                </c:pt>
                <c:pt idx="116">
                  <c:v>234100</c:v>
                </c:pt>
                <c:pt idx="117">
                  <c:v>213100</c:v>
                </c:pt>
                <c:pt idx="118">
                  <c:v>292900</c:v>
                </c:pt>
                <c:pt idx="119">
                  <c:v>274300</c:v>
                </c:pt>
                <c:pt idx="120">
                  <c:v>227100</c:v>
                </c:pt>
                <c:pt idx="121">
                  <c:v>172900</c:v>
                </c:pt>
                <c:pt idx="122">
                  <c:v>274600</c:v>
                </c:pt>
                <c:pt idx="123">
                  <c:v>92300</c:v>
                </c:pt>
                <c:pt idx="124">
                  <c:v>339900</c:v>
                </c:pt>
                <c:pt idx="125">
                  <c:v>137500</c:v>
                </c:pt>
                <c:pt idx="126">
                  <c:v>147700</c:v>
                </c:pt>
                <c:pt idx="127">
                  <c:v>287100</c:v>
                </c:pt>
                <c:pt idx="128">
                  <c:v>641200</c:v>
                </c:pt>
                <c:pt idx="129">
                  <c:v>439300</c:v>
                </c:pt>
                <c:pt idx="130">
                  <c:v>351200</c:v>
                </c:pt>
                <c:pt idx="131">
                  <c:v>294000</c:v>
                </c:pt>
                <c:pt idx="132">
                  <c:v>166500</c:v>
                </c:pt>
                <c:pt idx="133">
                  <c:v>154500</c:v>
                </c:pt>
                <c:pt idx="134">
                  <c:v>198300</c:v>
                </c:pt>
                <c:pt idx="135">
                  <c:v>172400</c:v>
                </c:pt>
                <c:pt idx="136">
                  <c:v>122400</c:v>
                </c:pt>
                <c:pt idx="137">
                  <c:v>102100</c:v>
                </c:pt>
                <c:pt idx="138">
                  <c:v>114300</c:v>
                </c:pt>
                <c:pt idx="139">
                  <c:v>233900</c:v>
                </c:pt>
                <c:pt idx="140">
                  <c:v>203500</c:v>
                </c:pt>
                <c:pt idx="141">
                  <c:v>261200</c:v>
                </c:pt>
                <c:pt idx="142">
                  <c:v>215200</c:v>
                </c:pt>
                <c:pt idx="143">
                  <c:v>230900</c:v>
                </c:pt>
                <c:pt idx="144">
                  <c:v>134000</c:v>
                </c:pt>
                <c:pt idx="145">
                  <c:v>185400</c:v>
                </c:pt>
                <c:pt idx="146">
                  <c:v>309400</c:v>
                </c:pt>
                <c:pt idx="147">
                  <c:v>476900</c:v>
                </c:pt>
                <c:pt idx="148">
                  <c:v>211700</c:v>
                </c:pt>
                <c:pt idx="149">
                  <c:v>201900</c:v>
                </c:pt>
                <c:pt idx="150">
                  <c:v>115600</c:v>
                </c:pt>
                <c:pt idx="151">
                  <c:v>187600</c:v>
                </c:pt>
                <c:pt idx="152">
                  <c:v>140300</c:v>
                </c:pt>
                <c:pt idx="153">
                  <c:v>200200</c:v>
                </c:pt>
                <c:pt idx="154">
                  <c:v>171700</c:v>
                </c:pt>
                <c:pt idx="155">
                  <c:v>451500</c:v>
                </c:pt>
                <c:pt idx="156">
                  <c:v>226100</c:v>
                </c:pt>
                <c:pt idx="157">
                  <c:v>216400</c:v>
                </c:pt>
                <c:pt idx="158">
                  <c:v>248500</c:v>
                </c:pt>
                <c:pt idx="159">
                  <c:v>160400</c:v>
                </c:pt>
                <c:pt idx="160">
                  <c:v>240400</c:v>
                </c:pt>
                <c:pt idx="161">
                  <c:v>253400</c:v>
                </c:pt>
                <c:pt idx="162">
                  <c:v>167700</c:v>
                </c:pt>
                <c:pt idx="163">
                  <c:v>153400</c:v>
                </c:pt>
                <c:pt idx="164">
                  <c:v>303900</c:v>
                </c:pt>
                <c:pt idx="165">
                  <c:v>178500</c:v>
                </c:pt>
                <c:pt idx="166">
                  <c:v>254700</c:v>
                </c:pt>
                <c:pt idx="167">
                  <c:v>349300</c:v>
                </c:pt>
                <c:pt idx="168">
                  <c:v>225200</c:v>
                </c:pt>
                <c:pt idx="169">
                  <c:v>323300</c:v>
                </c:pt>
                <c:pt idx="170">
                  <c:v>260100</c:v>
                </c:pt>
                <c:pt idx="171">
                  <c:v>349300</c:v>
                </c:pt>
                <c:pt idx="172">
                  <c:v>669400</c:v>
                </c:pt>
                <c:pt idx="173">
                  <c:v>3048800</c:v>
                </c:pt>
                <c:pt idx="174">
                  <c:v>387600</c:v>
                </c:pt>
                <c:pt idx="175">
                  <c:v>269800</c:v>
                </c:pt>
                <c:pt idx="176">
                  <c:v>189200</c:v>
                </c:pt>
                <c:pt idx="177">
                  <c:v>178200</c:v>
                </c:pt>
                <c:pt idx="178">
                  <c:v>253300</c:v>
                </c:pt>
                <c:pt idx="179">
                  <c:v>199000</c:v>
                </c:pt>
                <c:pt idx="180">
                  <c:v>402300</c:v>
                </c:pt>
                <c:pt idx="181">
                  <c:v>251300</c:v>
                </c:pt>
                <c:pt idx="182">
                  <c:v>350400</c:v>
                </c:pt>
                <c:pt idx="183">
                  <c:v>493100</c:v>
                </c:pt>
                <c:pt idx="184">
                  <c:v>430100</c:v>
                </c:pt>
                <c:pt idx="185">
                  <c:v>285600</c:v>
                </c:pt>
                <c:pt idx="186">
                  <c:v>275900</c:v>
                </c:pt>
                <c:pt idx="187">
                  <c:v>289200</c:v>
                </c:pt>
                <c:pt idx="188">
                  <c:v>645000</c:v>
                </c:pt>
                <c:pt idx="189">
                  <c:v>629000</c:v>
                </c:pt>
                <c:pt idx="190">
                  <c:v>324000</c:v>
                </c:pt>
                <c:pt idx="191">
                  <c:v>1623200</c:v>
                </c:pt>
                <c:pt idx="192">
                  <c:v>531400</c:v>
                </c:pt>
                <c:pt idx="193">
                  <c:v>505300</c:v>
                </c:pt>
                <c:pt idx="194">
                  <c:v>403900</c:v>
                </c:pt>
                <c:pt idx="195">
                  <c:v>388500</c:v>
                </c:pt>
                <c:pt idx="196">
                  <c:v>337100</c:v>
                </c:pt>
                <c:pt idx="197">
                  <c:v>203400</c:v>
                </c:pt>
                <c:pt idx="198">
                  <c:v>245300</c:v>
                </c:pt>
                <c:pt idx="199">
                  <c:v>138000</c:v>
                </c:pt>
                <c:pt idx="200">
                  <c:v>137500</c:v>
                </c:pt>
                <c:pt idx="201">
                  <c:v>168900</c:v>
                </c:pt>
                <c:pt idx="202">
                  <c:v>144100</c:v>
                </c:pt>
                <c:pt idx="203">
                  <c:v>345600</c:v>
                </c:pt>
                <c:pt idx="204">
                  <c:v>295000</c:v>
                </c:pt>
                <c:pt idx="205">
                  <c:v>208000</c:v>
                </c:pt>
                <c:pt idx="206">
                  <c:v>230700</c:v>
                </c:pt>
                <c:pt idx="207">
                  <c:v>328400</c:v>
                </c:pt>
                <c:pt idx="208">
                  <c:v>225700</c:v>
                </c:pt>
                <c:pt idx="209">
                  <c:v>511800</c:v>
                </c:pt>
                <c:pt idx="210">
                  <c:v>263000</c:v>
                </c:pt>
                <c:pt idx="211">
                  <c:v>325500</c:v>
                </c:pt>
                <c:pt idx="212">
                  <c:v>195100</c:v>
                </c:pt>
                <c:pt idx="213">
                  <c:v>284400</c:v>
                </c:pt>
                <c:pt idx="214">
                  <c:v>395800</c:v>
                </c:pt>
                <c:pt idx="215">
                  <c:v>239100</c:v>
                </c:pt>
                <c:pt idx="216">
                  <c:v>242900</c:v>
                </c:pt>
                <c:pt idx="217">
                  <c:v>216700</c:v>
                </c:pt>
                <c:pt idx="218">
                  <c:v>220500</c:v>
                </c:pt>
                <c:pt idx="219">
                  <c:v>360400</c:v>
                </c:pt>
                <c:pt idx="220">
                  <c:v>163100</c:v>
                </c:pt>
                <c:pt idx="221">
                  <c:v>89700</c:v>
                </c:pt>
                <c:pt idx="222">
                  <c:v>159400</c:v>
                </c:pt>
                <c:pt idx="223">
                  <c:v>223500</c:v>
                </c:pt>
                <c:pt idx="224">
                  <c:v>356600</c:v>
                </c:pt>
                <c:pt idx="225">
                  <c:v>197500</c:v>
                </c:pt>
                <c:pt idx="226">
                  <c:v>174800</c:v>
                </c:pt>
                <c:pt idx="227">
                  <c:v>249700</c:v>
                </c:pt>
                <c:pt idx="228">
                  <c:v>357800</c:v>
                </c:pt>
                <c:pt idx="229">
                  <c:v>257600</c:v>
                </c:pt>
                <c:pt idx="230">
                  <c:v>313100</c:v>
                </c:pt>
                <c:pt idx="231">
                  <c:v>305400</c:v>
                </c:pt>
                <c:pt idx="232">
                  <c:v>271600</c:v>
                </c:pt>
                <c:pt idx="233">
                  <c:v>304300</c:v>
                </c:pt>
                <c:pt idx="234">
                  <c:v>207000</c:v>
                </c:pt>
                <c:pt idx="235">
                  <c:v>279300</c:v>
                </c:pt>
                <c:pt idx="236">
                  <c:v>281400</c:v>
                </c:pt>
                <c:pt idx="237">
                  <c:v>940900</c:v>
                </c:pt>
                <c:pt idx="238">
                  <c:v>189000</c:v>
                </c:pt>
                <c:pt idx="239">
                  <c:v>137600</c:v>
                </c:pt>
                <c:pt idx="240">
                  <c:v>81700</c:v>
                </c:pt>
                <c:pt idx="241">
                  <c:v>99700</c:v>
                </c:pt>
                <c:pt idx="242">
                  <c:v>19000</c:v>
                </c:pt>
                <c:pt idx="243">
                  <c:v>187500</c:v>
                </c:pt>
                <c:pt idx="244">
                  <c:v>134700</c:v>
                </c:pt>
                <c:pt idx="245">
                  <c:v>89400</c:v>
                </c:pt>
                <c:pt idx="246">
                  <c:v>438200</c:v>
                </c:pt>
                <c:pt idx="247">
                  <c:v>518000</c:v>
                </c:pt>
                <c:pt idx="248">
                  <c:v>274900</c:v>
                </c:pt>
                <c:pt idx="249">
                  <c:v>259000</c:v>
                </c:pt>
                <c:pt idx="250">
                  <c:v>644600</c:v>
                </c:pt>
                <c:pt idx="251">
                  <c:v>428500</c:v>
                </c:pt>
                <c:pt idx="252">
                  <c:v>431800</c:v>
                </c:pt>
                <c:pt idx="253">
                  <c:v>1532100</c:v>
                </c:pt>
                <c:pt idx="254">
                  <c:v>567200</c:v>
                </c:pt>
                <c:pt idx="255">
                  <c:v>116800</c:v>
                </c:pt>
                <c:pt idx="256">
                  <c:v>211700</c:v>
                </c:pt>
                <c:pt idx="257">
                  <c:v>204000</c:v>
                </c:pt>
                <c:pt idx="258">
                  <c:v>188000</c:v>
                </c:pt>
                <c:pt idx="259">
                  <c:v>325200</c:v>
                </c:pt>
                <c:pt idx="260">
                  <c:v>504000</c:v>
                </c:pt>
                <c:pt idx="261">
                  <c:v>491100</c:v>
                </c:pt>
                <c:pt idx="262">
                  <c:v>695400</c:v>
                </c:pt>
                <c:pt idx="263">
                  <c:v>363300</c:v>
                </c:pt>
                <c:pt idx="264">
                  <c:v>363300</c:v>
                </c:pt>
                <c:pt idx="265">
                  <c:v>204800</c:v>
                </c:pt>
                <c:pt idx="266">
                  <c:v>399500</c:v>
                </c:pt>
                <c:pt idx="267">
                  <c:v>231200</c:v>
                </c:pt>
                <c:pt idx="268">
                  <c:v>268300</c:v>
                </c:pt>
                <c:pt idx="269">
                  <c:v>260700</c:v>
                </c:pt>
                <c:pt idx="270">
                  <c:v>261600</c:v>
                </c:pt>
                <c:pt idx="271">
                  <c:v>619100</c:v>
                </c:pt>
                <c:pt idx="272">
                  <c:v>256800</c:v>
                </c:pt>
                <c:pt idx="273">
                  <c:v>198800</c:v>
                </c:pt>
                <c:pt idx="274">
                  <c:v>274000</c:v>
                </c:pt>
                <c:pt idx="275">
                  <c:v>353900</c:v>
                </c:pt>
                <c:pt idx="276">
                  <c:v>197900</c:v>
                </c:pt>
                <c:pt idx="277">
                  <c:v>183800</c:v>
                </c:pt>
                <c:pt idx="278">
                  <c:v>222600</c:v>
                </c:pt>
                <c:pt idx="279">
                  <c:v>155100</c:v>
                </c:pt>
                <c:pt idx="280">
                  <c:v>332600</c:v>
                </c:pt>
                <c:pt idx="281">
                  <c:v>470300</c:v>
                </c:pt>
                <c:pt idx="282">
                  <c:v>1000900</c:v>
                </c:pt>
                <c:pt idx="283">
                  <c:v>333400</c:v>
                </c:pt>
                <c:pt idx="284">
                  <c:v>261700</c:v>
                </c:pt>
                <c:pt idx="285">
                  <c:v>367300</c:v>
                </c:pt>
                <c:pt idx="286">
                  <c:v>253800</c:v>
                </c:pt>
                <c:pt idx="287">
                  <c:v>228000</c:v>
                </c:pt>
                <c:pt idx="288">
                  <c:v>722300</c:v>
                </c:pt>
                <c:pt idx="289">
                  <c:v>570900</c:v>
                </c:pt>
                <c:pt idx="290">
                  <c:v>529900</c:v>
                </c:pt>
                <c:pt idx="291">
                  <c:v>622100</c:v>
                </c:pt>
                <c:pt idx="292">
                  <c:v>503800</c:v>
                </c:pt>
                <c:pt idx="293">
                  <c:v>331500</c:v>
                </c:pt>
                <c:pt idx="294">
                  <c:v>387000</c:v>
                </c:pt>
                <c:pt idx="295">
                  <c:v>372800</c:v>
                </c:pt>
                <c:pt idx="296">
                  <c:v>521000</c:v>
                </c:pt>
                <c:pt idx="297">
                  <c:v>142500</c:v>
                </c:pt>
                <c:pt idx="298">
                  <c:v>545700</c:v>
                </c:pt>
                <c:pt idx="299">
                  <c:v>322700</c:v>
                </c:pt>
                <c:pt idx="300">
                  <c:v>373500</c:v>
                </c:pt>
                <c:pt idx="301">
                  <c:v>206300</c:v>
                </c:pt>
                <c:pt idx="302">
                  <c:v>378500</c:v>
                </c:pt>
                <c:pt idx="303">
                  <c:v>282000</c:v>
                </c:pt>
                <c:pt idx="304">
                  <c:v>179000</c:v>
                </c:pt>
                <c:pt idx="305">
                  <c:v>149500</c:v>
                </c:pt>
                <c:pt idx="306">
                  <c:v>485100</c:v>
                </c:pt>
                <c:pt idx="307">
                  <c:v>311800</c:v>
                </c:pt>
                <c:pt idx="308">
                  <c:v>751700</c:v>
                </c:pt>
                <c:pt idx="309">
                  <c:v>241500</c:v>
                </c:pt>
                <c:pt idx="310">
                  <c:v>142200</c:v>
                </c:pt>
                <c:pt idx="311">
                  <c:v>965900</c:v>
                </c:pt>
                <c:pt idx="312">
                  <c:v>254500</c:v>
                </c:pt>
                <c:pt idx="313">
                  <c:v>206500</c:v>
                </c:pt>
                <c:pt idx="314">
                  <c:v>263800</c:v>
                </c:pt>
                <c:pt idx="315">
                  <c:v>303600</c:v>
                </c:pt>
                <c:pt idx="316">
                  <c:v>173200</c:v>
                </c:pt>
                <c:pt idx="317">
                  <c:v>117700</c:v>
                </c:pt>
                <c:pt idx="318">
                  <c:v>173000</c:v>
                </c:pt>
                <c:pt idx="319">
                  <c:v>255600</c:v>
                </c:pt>
                <c:pt idx="320">
                  <c:v>198700</c:v>
                </c:pt>
                <c:pt idx="321">
                  <c:v>137600</c:v>
                </c:pt>
                <c:pt idx="322">
                  <c:v>163800</c:v>
                </c:pt>
                <c:pt idx="323">
                  <c:v>315000</c:v>
                </c:pt>
                <c:pt idx="324">
                  <c:v>319200</c:v>
                </c:pt>
                <c:pt idx="325">
                  <c:v>293600</c:v>
                </c:pt>
                <c:pt idx="326">
                  <c:v>279200</c:v>
                </c:pt>
                <c:pt idx="327">
                  <c:v>237100</c:v>
                </c:pt>
                <c:pt idx="328">
                  <c:v>229900</c:v>
                </c:pt>
                <c:pt idx="329">
                  <c:v>177400</c:v>
                </c:pt>
                <c:pt idx="330">
                  <c:v>300500</c:v>
                </c:pt>
                <c:pt idx="331">
                  <c:v>852400</c:v>
                </c:pt>
                <c:pt idx="332">
                  <c:v>964200</c:v>
                </c:pt>
                <c:pt idx="333">
                  <c:v>633600</c:v>
                </c:pt>
                <c:pt idx="334">
                  <c:v>841300</c:v>
                </c:pt>
                <c:pt idx="335">
                  <c:v>686300</c:v>
                </c:pt>
                <c:pt idx="336">
                  <c:v>518700</c:v>
                </c:pt>
                <c:pt idx="337">
                  <c:v>317700</c:v>
                </c:pt>
                <c:pt idx="338">
                  <c:v>409900</c:v>
                </c:pt>
                <c:pt idx="339">
                  <c:v>413900</c:v>
                </c:pt>
                <c:pt idx="340">
                  <c:v>340200</c:v>
                </c:pt>
                <c:pt idx="341">
                  <c:v>410200</c:v>
                </c:pt>
                <c:pt idx="342">
                  <c:v>416800</c:v>
                </c:pt>
                <c:pt idx="343">
                  <c:v>596200</c:v>
                </c:pt>
                <c:pt idx="344">
                  <c:v>621100</c:v>
                </c:pt>
                <c:pt idx="345">
                  <c:v>391600</c:v>
                </c:pt>
                <c:pt idx="346">
                  <c:v>322700</c:v>
                </c:pt>
                <c:pt idx="347">
                  <c:v>133900</c:v>
                </c:pt>
                <c:pt idx="348">
                  <c:v>291900</c:v>
                </c:pt>
                <c:pt idx="349">
                  <c:v>281300</c:v>
                </c:pt>
                <c:pt idx="350">
                  <c:v>262600</c:v>
                </c:pt>
                <c:pt idx="351">
                  <c:v>218200</c:v>
                </c:pt>
                <c:pt idx="352">
                  <c:v>194600</c:v>
                </c:pt>
                <c:pt idx="353">
                  <c:v>241400</c:v>
                </c:pt>
                <c:pt idx="354">
                  <c:v>369500</c:v>
                </c:pt>
                <c:pt idx="355">
                  <c:v>131000</c:v>
                </c:pt>
                <c:pt idx="356">
                  <c:v>324700</c:v>
                </c:pt>
                <c:pt idx="357">
                  <c:v>466200</c:v>
                </c:pt>
                <c:pt idx="358">
                  <c:v>236600</c:v>
                </c:pt>
                <c:pt idx="359">
                  <c:v>203000</c:v>
                </c:pt>
                <c:pt idx="360">
                  <c:v>318300</c:v>
                </c:pt>
                <c:pt idx="361">
                  <c:v>643100</c:v>
                </c:pt>
                <c:pt idx="362">
                  <c:v>165900</c:v>
                </c:pt>
                <c:pt idx="363">
                  <c:v>240500</c:v>
                </c:pt>
                <c:pt idx="364">
                  <c:v>112600</c:v>
                </c:pt>
                <c:pt idx="365">
                  <c:v>150400</c:v>
                </c:pt>
                <c:pt idx="366">
                  <c:v>492500</c:v>
                </c:pt>
                <c:pt idx="367">
                  <c:v>345900</c:v>
                </c:pt>
                <c:pt idx="368">
                  <c:v>306600</c:v>
                </c:pt>
                <c:pt idx="369">
                  <c:v>245300</c:v>
                </c:pt>
                <c:pt idx="370">
                  <c:v>366200</c:v>
                </c:pt>
                <c:pt idx="371">
                  <c:v>289400</c:v>
                </c:pt>
                <c:pt idx="372">
                  <c:v>344900</c:v>
                </c:pt>
                <c:pt idx="373">
                  <c:v>414000</c:v>
                </c:pt>
                <c:pt idx="374">
                  <c:v>354900</c:v>
                </c:pt>
                <c:pt idx="375">
                  <c:v>1013300</c:v>
                </c:pt>
                <c:pt idx="376">
                  <c:v>792300</c:v>
                </c:pt>
                <c:pt idx="377">
                  <c:v>701100</c:v>
                </c:pt>
                <c:pt idx="378">
                  <c:v>462800</c:v>
                </c:pt>
                <c:pt idx="379">
                  <c:v>610400</c:v>
                </c:pt>
                <c:pt idx="380">
                  <c:v>361100</c:v>
                </c:pt>
                <c:pt idx="381">
                  <c:v>426700</c:v>
                </c:pt>
                <c:pt idx="382">
                  <c:v>254300</c:v>
                </c:pt>
                <c:pt idx="383">
                  <c:v>386300</c:v>
                </c:pt>
                <c:pt idx="384">
                  <c:v>643200</c:v>
                </c:pt>
                <c:pt idx="385">
                  <c:v>239800</c:v>
                </c:pt>
                <c:pt idx="386">
                  <c:v>110800</c:v>
                </c:pt>
                <c:pt idx="387">
                  <c:v>260300</c:v>
                </c:pt>
                <c:pt idx="388">
                  <c:v>316900</c:v>
                </c:pt>
                <c:pt idx="389">
                  <c:v>218400</c:v>
                </c:pt>
                <c:pt idx="390">
                  <c:v>367200</c:v>
                </c:pt>
                <c:pt idx="391">
                  <c:v>264200</c:v>
                </c:pt>
                <c:pt idx="392">
                  <c:v>305000</c:v>
                </c:pt>
                <c:pt idx="393">
                  <c:v>266600</c:v>
                </c:pt>
                <c:pt idx="394">
                  <c:v>274700</c:v>
                </c:pt>
                <c:pt idx="395">
                  <c:v>299400</c:v>
                </c:pt>
                <c:pt idx="396">
                  <c:v>331600</c:v>
                </c:pt>
                <c:pt idx="397">
                  <c:v>262100</c:v>
                </c:pt>
                <c:pt idx="398">
                  <c:v>226700</c:v>
                </c:pt>
                <c:pt idx="399">
                  <c:v>144300</c:v>
                </c:pt>
                <c:pt idx="400">
                  <c:v>203300</c:v>
                </c:pt>
                <c:pt idx="401">
                  <c:v>198600</c:v>
                </c:pt>
                <c:pt idx="402">
                  <c:v>244800</c:v>
                </c:pt>
                <c:pt idx="403">
                  <c:v>191900</c:v>
                </c:pt>
                <c:pt idx="404">
                  <c:v>223400</c:v>
                </c:pt>
                <c:pt idx="405">
                  <c:v>214400</c:v>
                </c:pt>
                <c:pt idx="406">
                  <c:v>159300</c:v>
                </c:pt>
                <c:pt idx="407">
                  <c:v>116000</c:v>
                </c:pt>
                <c:pt idx="408">
                  <c:v>194600</c:v>
                </c:pt>
                <c:pt idx="409">
                  <c:v>214200</c:v>
                </c:pt>
                <c:pt idx="410">
                  <c:v>172300</c:v>
                </c:pt>
                <c:pt idx="411">
                  <c:v>111200</c:v>
                </c:pt>
                <c:pt idx="412">
                  <c:v>131200</c:v>
                </c:pt>
                <c:pt idx="413">
                  <c:v>309000</c:v>
                </c:pt>
                <c:pt idx="414">
                  <c:v>273800</c:v>
                </c:pt>
                <c:pt idx="415">
                  <c:v>133500</c:v>
                </c:pt>
                <c:pt idx="416">
                  <c:v>210100</c:v>
                </c:pt>
                <c:pt idx="417">
                  <c:v>212200</c:v>
                </c:pt>
                <c:pt idx="418">
                  <c:v>548700</c:v>
                </c:pt>
                <c:pt idx="419">
                  <c:v>416500</c:v>
                </c:pt>
                <c:pt idx="420">
                  <c:v>377300</c:v>
                </c:pt>
                <c:pt idx="421">
                  <c:v>253800</c:v>
                </c:pt>
                <c:pt idx="422">
                  <c:v>237900</c:v>
                </c:pt>
                <c:pt idx="423">
                  <c:v>582000</c:v>
                </c:pt>
                <c:pt idx="424">
                  <c:v>224900</c:v>
                </c:pt>
                <c:pt idx="425">
                  <c:v>189900</c:v>
                </c:pt>
                <c:pt idx="426">
                  <c:v>186500</c:v>
                </c:pt>
                <c:pt idx="427">
                  <c:v>228700</c:v>
                </c:pt>
                <c:pt idx="428">
                  <c:v>272700</c:v>
                </c:pt>
                <c:pt idx="429">
                  <c:v>223000</c:v>
                </c:pt>
                <c:pt idx="430">
                  <c:v>240900</c:v>
                </c:pt>
                <c:pt idx="431">
                  <c:v>372800</c:v>
                </c:pt>
                <c:pt idx="432">
                  <c:v>240100</c:v>
                </c:pt>
                <c:pt idx="433">
                  <c:v>390800</c:v>
                </c:pt>
                <c:pt idx="434">
                  <c:v>447300</c:v>
                </c:pt>
                <c:pt idx="435">
                  <c:v>500400</c:v>
                </c:pt>
                <c:pt idx="436">
                  <c:v>427400</c:v>
                </c:pt>
                <c:pt idx="437">
                  <c:v>354500</c:v>
                </c:pt>
                <c:pt idx="438">
                  <c:v>281800</c:v>
                </c:pt>
                <c:pt idx="439">
                  <c:v>354000</c:v>
                </c:pt>
                <c:pt idx="440">
                  <c:v>507100</c:v>
                </c:pt>
                <c:pt idx="441">
                  <c:v>1269000</c:v>
                </c:pt>
                <c:pt idx="442">
                  <c:v>958100</c:v>
                </c:pt>
                <c:pt idx="443">
                  <c:v>623600</c:v>
                </c:pt>
                <c:pt idx="444">
                  <c:v>410100</c:v>
                </c:pt>
                <c:pt idx="445">
                  <c:v>430700</c:v>
                </c:pt>
                <c:pt idx="446">
                  <c:v>345300</c:v>
                </c:pt>
                <c:pt idx="447">
                  <c:v>266400</c:v>
                </c:pt>
                <c:pt idx="448">
                  <c:v>345300</c:v>
                </c:pt>
                <c:pt idx="449">
                  <c:v>318300</c:v>
                </c:pt>
                <c:pt idx="450">
                  <c:v>409900</c:v>
                </c:pt>
                <c:pt idx="451">
                  <c:v>495800</c:v>
                </c:pt>
                <c:pt idx="452">
                  <c:v>305600</c:v>
                </c:pt>
                <c:pt idx="453">
                  <c:v>185300</c:v>
                </c:pt>
                <c:pt idx="454">
                  <c:v>178100</c:v>
                </c:pt>
                <c:pt idx="455">
                  <c:v>318900</c:v>
                </c:pt>
                <c:pt idx="456">
                  <c:v>173900</c:v>
                </c:pt>
                <c:pt idx="457">
                  <c:v>227000</c:v>
                </c:pt>
                <c:pt idx="458">
                  <c:v>174100</c:v>
                </c:pt>
                <c:pt idx="459">
                  <c:v>213900</c:v>
                </c:pt>
                <c:pt idx="460">
                  <c:v>189600</c:v>
                </c:pt>
                <c:pt idx="461">
                  <c:v>346300</c:v>
                </c:pt>
                <c:pt idx="462">
                  <c:v>268400</c:v>
                </c:pt>
                <c:pt idx="463">
                  <c:v>264300</c:v>
                </c:pt>
                <c:pt idx="464">
                  <c:v>994000</c:v>
                </c:pt>
                <c:pt idx="465">
                  <c:v>333700</c:v>
                </c:pt>
                <c:pt idx="466">
                  <c:v>332700</c:v>
                </c:pt>
                <c:pt idx="467">
                  <c:v>333400</c:v>
                </c:pt>
                <c:pt idx="468">
                  <c:v>338300</c:v>
                </c:pt>
                <c:pt idx="469">
                  <c:v>238300</c:v>
                </c:pt>
                <c:pt idx="470">
                  <c:v>231500</c:v>
                </c:pt>
                <c:pt idx="471">
                  <c:v>134500</c:v>
                </c:pt>
                <c:pt idx="472">
                  <c:v>164600</c:v>
                </c:pt>
                <c:pt idx="473">
                  <c:v>410600</c:v>
                </c:pt>
                <c:pt idx="474">
                  <c:v>435400</c:v>
                </c:pt>
                <c:pt idx="475">
                  <c:v>455900</c:v>
                </c:pt>
                <c:pt idx="476">
                  <c:v>384000</c:v>
                </c:pt>
                <c:pt idx="477">
                  <c:v>521300</c:v>
                </c:pt>
                <c:pt idx="478">
                  <c:v>235200</c:v>
                </c:pt>
                <c:pt idx="479">
                  <c:v>482100</c:v>
                </c:pt>
                <c:pt idx="480">
                  <c:v>398500</c:v>
                </c:pt>
                <c:pt idx="481">
                  <c:v>228000</c:v>
                </c:pt>
                <c:pt idx="482">
                  <c:v>363200</c:v>
                </c:pt>
                <c:pt idx="483">
                  <c:v>152700</c:v>
                </c:pt>
                <c:pt idx="484">
                  <c:v>292300</c:v>
                </c:pt>
                <c:pt idx="485">
                  <c:v>228100</c:v>
                </c:pt>
                <c:pt idx="486">
                  <c:v>325200</c:v>
                </c:pt>
                <c:pt idx="487">
                  <c:v>342700</c:v>
                </c:pt>
                <c:pt idx="488">
                  <c:v>199100</c:v>
                </c:pt>
                <c:pt idx="489">
                  <c:v>309700</c:v>
                </c:pt>
                <c:pt idx="490">
                  <c:v>339600</c:v>
                </c:pt>
                <c:pt idx="491">
                  <c:v>661500</c:v>
                </c:pt>
                <c:pt idx="492">
                  <c:v>168700</c:v>
                </c:pt>
                <c:pt idx="493">
                  <c:v>214800</c:v>
                </c:pt>
                <c:pt idx="494">
                  <c:v>140200</c:v>
                </c:pt>
                <c:pt idx="495">
                  <c:v>101700</c:v>
                </c:pt>
                <c:pt idx="496">
                  <c:v>519700</c:v>
                </c:pt>
                <c:pt idx="497">
                  <c:v>244600</c:v>
                </c:pt>
                <c:pt idx="498">
                  <c:v>356300</c:v>
                </c:pt>
                <c:pt idx="499">
                  <c:v>432100</c:v>
                </c:pt>
                <c:pt idx="500">
                  <c:v>544000</c:v>
                </c:pt>
                <c:pt idx="501">
                  <c:v>335900</c:v>
                </c:pt>
                <c:pt idx="502">
                  <c:v>537800</c:v>
                </c:pt>
                <c:pt idx="503">
                  <c:v>2742100</c:v>
                </c:pt>
                <c:pt idx="504">
                  <c:v>766000</c:v>
                </c:pt>
                <c:pt idx="505">
                  <c:v>272200</c:v>
                </c:pt>
                <c:pt idx="506">
                  <c:v>510700</c:v>
                </c:pt>
                <c:pt idx="507">
                  <c:v>709400</c:v>
                </c:pt>
                <c:pt idx="508">
                  <c:v>410800</c:v>
                </c:pt>
                <c:pt idx="509">
                  <c:v>298700</c:v>
                </c:pt>
                <c:pt idx="510">
                  <c:v>491300</c:v>
                </c:pt>
                <c:pt idx="511">
                  <c:v>297200</c:v>
                </c:pt>
                <c:pt idx="512">
                  <c:v>255600</c:v>
                </c:pt>
                <c:pt idx="513">
                  <c:v>328500</c:v>
                </c:pt>
                <c:pt idx="514">
                  <c:v>259200</c:v>
                </c:pt>
                <c:pt idx="515">
                  <c:v>175000</c:v>
                </c:pt>
                <c:pt idx="516">
                  <c:v>347500</c:v>
                </c:pt>
                <c:pt idx="517">
                  <c:v>322100</c:v>
                </c:pt>
                <c:pt idx="518">
                  <c:v>410700</c:v>
                </c:pt>
                <c:pt idx="519">
                  <c:v>393500</c:v>
                </c:pt>
                <c:pt idx="520">
                  <c:v>271500</c:v>
                </c:pt>
                <c:pt idx="521">
                  <c:v>482400</c:v>
                </c:pt>
                <c:pt idx="522">
                  <c:v>378800</c:v>
                </c:pt>
                <c:pt idx="523">
                  <c:v>555200</c:v>
                </c:pt>
                <c:pt idx="524">
                  <c:v>774200</c:v>
                </c:pt>
                <c:pt idx="525">
                  <c:v>984500</c:v>
                </c:pt>
                <c:pt idx="526">
                  <c:v>595600</c:v>
                </c:pt>
                <c:pt idx="527">
                  <c:v>387900</c:v>
                </c:pt>
                <c:pt idx="528">
                  <c:v>531700</c:v>
                </c:pt>
                <c:pt idx="529">
                  <c:v>233000</c:v>
                </c:pt>
                <c:pt idx="530">
                  <c:v>504200</c:v>
                </c:pt>
                <c:pt idx="531">
                  <c:v>344200</c:v>
                </c:pt>
                <c:pt idx="532">
                  <c:v>302500</c:v>
                </c:pt>
                <c:pt idx="533">
                  <c:v>314400</c:v>
                </c:pt>
                <c:pt idx="534">
                  <c:v>236000</c:v>
                </c:pt>
                <c:pt idx="535">
                  <c:v>297400</c:v>
                </c:pt>
                <c:pt idx="536">
                  <c:v>523900</c:v>
                </c:pt>
                <c:pt idx="537">
                  <c:v>293400</c:v>
                </c:pt>
                <c:pt idx="538">
                  <c:v>404100</c:v>
                </c:pt>
                <c:pt idx="539">
                  <c:v>324200</c:v>
                </c:pt>
                <c:pt idx="540">
                  <c:v>200200</c:v>
                </c:pt>
                <c:pt idx="541">
                  <c:v>233300</c:v>
                </c:pt>
                <c:pt idx="542">
                  <c:v>377300</c:v>
                </c:pt>
                <c:pt idx="543">
                  <c:v>396100</c:v>
                </c:pt>
                <c:pt idx="544">
                  <c:v>345900</c:v>
                </c:pt>
                <c:pt idx="545">
                  <c:v>428800</c:v>
                </c:pt>
                <c:pt idx="546">
                  <c:v>315100</c:v>
                </c:pt>
                <c:pt idx="547">
                  <c:v>296500</c:v>
                </c:pt>
                <c:pt idx="548">
                  <c:v>484100</c:v>
                </c:pt>
                <c:pt idx="549">
                  <c:v>353900</c:v>
                </c:pt>
                <c:pt idx="550">
                  <c:v>408800</c:v>
                </c:pt>
                <c:pt idx="551">
                  <c:v>334200</c:v>
                </c:pt>
                <c:pt idx="552">
                  <c:v>297200</c:v>
                </c:pt>
                <c:pt idx="553">
                  <c:v>380700</c:v>
                </c:pt>
                <c:pt idx="554">
                  <c:v>171600</c:v>
                </c:pt>
                <c:pt idx="555">
                  <c:v>408900</c:v>
                </c:pt>
                <c:pt idx="556">
                  <c:v>610600</c:v>
                </c:pt>
                <c:pt idx="557">
                  <c:v>296400</c:v>
                </c:pt>
                <c:pt idx="558">
                  <c:v>224200</c:v>
                </c:pt>
                <c:pt idx="559">
                  <c:v>248700</c:v>
                </c:pt>
                <c:pt idx="560">
                  <c:v>163600</c:v>
                </c:pt>
                <c:pt idx="561">
                  <c:v>289500</c:v>
                </c:pt>
                <c:pt idx="562">
                  <c:v>302100</c:v>
                </c:pt>
                <c:pt idx="563">
                  <c:v>359600</c:v>
                </c:pt>
                <c:pt idx="564">
                  <c:v>214900</c:v>
                </c:pt>
                <c:pt idx="565">
                  <c:v>270600</c:v>
                </c:pt>
                <c:pt idx="566">
                  <c:v>368300</c:v>
                </c:pt>
                <c:pt idx="567">
                  <c:v>186700</c:v>
                </c:pt>
                <c:pt idx="568">
                  <c:v>334100</c:v>
                </c:pt>
                <c:pt idx="569">
                  <c:v>156500</c:v>
                </c:pt>
                <c:pt idx="570">
                  <c:v>238600</c:v>
                </c:pt>
                <c:pt idx="571">
                  <c:v>348800</c:v>
                </c:pt>
                <c:pt idx="572">
                  <c:v>294200</c:v>
                </c:pt>
                <c:pt idx="573">
                  <c:v>301600</c:v>
                </c:pt>
                <c:pt idx="574">
                  <c:v>268200</c:v>
                </c:pt>
                <c:pt idx="575">
                  <c:v>441700</c:v>
                </c:pt>
                <c:pt idx="576">
                  <c:v>201500</c:v>
                </c:pt>
                <c:pt idx="577">
                  <c:v>219800</c:v>
                </c:pt>
                <c:pt idx="578">
                  <c:v>326400</c:v>
                </c:pt>
                <c:pt idx="579">
                  <c:v>241500</c:v>
                </c:pt>
                <c:pt idx="580">
                  <c:v>4626300</c:v>
                </c:pt>
                <c:pt idx="581">
                  <c:v>1145500</c:v>
                </c:pt>
                <c:pt idx="582">
                  <c:v>841700</c:v>
                </c:pt>
                <c:pt idx="583">
                  <c:v>665400</c:v>
                </c:pt>
                <c:pt idx="584">
                  <c:v>377000</c:v>
                </c:pt>
                <c:pt idx="585">
                  <c:v>659500</c:v>
                </c:pt>
                <c:pt idx="586">
                  <c:v>415500</c:v>
                </c:pt>
                <c:pt idx="587">
                  <c:v>543600</c:v>
                </c:pt>
                <c:pt idx="588">
                  <c:v>434100</c:v>
                </c:pt>
                <c:pt idx="589">
                  <c:v>335500</c:v>
                </c:pt>
                <c:pt idx="590">
                  <c:v>293000</c:v>
                </c:pt>
                <c:pt idx="591">
                  <c:v>289900</c:v>
                </c:pt>
                <c:pt idx="592">
                  <c:v>464100</c:v>
                </c:pt>
                <c:pt idx="593">
                  <c:v>466100</c:v>
                </c:pt>
                <c:pt idx="594">
                  <c:v>298300</c:v>
                </c:pt>
                <c:pt idx="595">
                  <c:v>347300</c:v>
                </c:pt>
                <c:pt idx="596">
                  <c:v>242100</c:v>
                </c:pt>
                <c:pt idx="597">
                  <c:v>175100</c:v>
                </c:pt>
                <c:pt idx="598">
                  <c:v>357600</c:v>
                </c:pt>
                <c:pt idx="599">
                  <c:v>685500</c:v>
                </c:pt>
                <c:pt idx="600">
                  <c:v>453500</c:v>
                </c:pt>
                <c:pt idx="601">
                  <c:v>396600</c:v>
                </c:pt>
                <c:pt idx="602">
                  <c:v>331300</c:v>
                </c:pt>
                <c:pt idx="603">
                  <c:v>586500</c:v>
                </c:pt>
                <c:pt idx="604">
                  <c:v>246200</c:v>
                </c:pt>
                <c:pt idx="605">
                  <c:v>163400</c:v>
                </c:pt>
                <c:pt idx="606">
                  <c:v>336700</c:v>
                </c:pt>
                <c:pt idx="607">
                  <c:v>258700</c:v>
                </c:pt>
                <c:pt idx="608">
                  <c:v>255500</c:v>
                </c:pt>
                <c:pt idx="609">
                  <c:v>279400</c:v>
                </c:pt>
                <c:pt idx="610">
                  <c:v>434800</c:v>
                </c:pt>
                <c:pt idx="611">
                  <c:v>739100</c:v>
                </c:pt>
                <c:pt idx="612">
                  <c:v>75100</c:v>
                </c:pt>
                <c:pt idx="613">
                  <c:v>222600</c:v>
                </c:pt>
                <c:pt idx="614">
                  <c:v>293200</c:v>
                </c:pt>
                <c:pt idx="615">
                  <c:v>328800</c:v>
                </c:pt>
                <c:pt idx="616">
                  <c:v>241800</c:v>
                </c:pt>
                <c:pt idx="617">
                  <c:v>170000</c:v>
                </c:pt>
                <c:pt idx="618">
                  <c:v>275000</c:v>
                </c:pt>
                <c:pt idx="619">
                  <c:v>375800</c:v>
                </c:pt>
                <c:pt idx="620">
                  <c:v>428800</c:v>
                </c:pt>
                <c:pt idx="621">
                  <c:v>212300</c:v>
                </c:pt>
                <c:pt idx="622">
                  <c:v>83200</c:v>
                </c:pt>
                <c:pt idx="623">
                  <c:v>274400</c:v>
                </c:pt>
                <c:pt idx="624">
                  <c:v>1134600</c:v>
                </c:pt>
                <c:pt idx="625">
                  <c:v>553900</c:v>
                </c:pt>
                <c:pt idx="626">
                  <c:v>557100</c:v>
                </c:pt>
                <c:pt idx="627">
                  <c:v>1071800</c:v>
                </c:pt>
                <c:pt idx="628">
                  <c:v>5314300</c:v>
                </c:pt>
                <c:pt idx="629">
                  <c:v>1261400</c:v>
                </c:pt>
                <c:pt idx="630">
                  <c:v>490700</c:v>
                </c:pt>
                <c:pt idx="631">
                  <c:v>434300</c:v>
                </c:pt>
                <c:pt idx="632">
                  <c:v>550200</c:v>
                </c:pt>
                <c:pt idx="633">
                  <c:v>411900</c:v>
                </c:pt>
                <c:pt idx="634">
                  <c:v>345300</c:v>
                </c:pt>
                <c:pt idx="635">
                  <c:v>367500</c:v>
                </c:pt>
                <c:pt idx="636">
                  <c:v>910900</c:v>
                </c:pt>
                <c:pt idx="637">
                  <c:v>477600</c:v>
                </c:pt>
                <c:pt idx="638">
                  <c:v>293800</c:v>
                </c:pt>
                <c:pt idx="639">
                  <c:v>694500</c:v>
                </c:pt>
                <c:pt idx="640">
                  <c:v>649300</c:v>
                </c:pt>
                <c:pt idx="641">
                  <c:v>400900</c:v>
                </c:pt>
                <c:pt idx="642">
                  <c:v>424500</c:v>
                </c:pt>
                <c:pt idx="643">
                  <c:v>310700</c:v>
                </c:pt>
                <c:pt idx="644">
                  <c:v>564900</c:v>
                </c:pt>
                <c:pt idx="645">
                  <c:v>847900</c:v>
                </c:pt>
                <c:pt idx="646">
                  <c:v>526100</c:v>
                </c:pt>
                <c:pt idx="647">
                  <c:v>882300</c:v>
                </c:pt>
                <c:pt idx="648">
                  <c:v>700700</c:v>
                </c:pt>
                <c:pt idx="649">
                  <c:v>324800</c:v>
                </c:pt>
                <c:pt idx="650">
                  <c:v>384700</c:v>
                </c:pt>
                <c:pt idx="651">
                  <c:v>434800</c:v>
                </c:pt>
                <c:pt idx="652">
                  <c:v>592000</c:v>
                </c:pt>
                <c:pt idx="653">
                  <c:v>425500</c:v>
                </c:pt>
                <c:pt idx="654">
                  <c:v>347200</c:v>
                </c:pt>
                <c:pt idx="655">
                  <c:v>191700</c:v>
                </c:pt>
                <c:pt idx="656">
                  <c:v>233000</c:v>
                </c:pt>
                <c:pt idx="657">
                  <c:v>628100</c:v>
                </c:pt>
                <c:pt idx="658">
                  <c:v>219000</c:v>
                </c:pt>
                <c:pt idx="659">
                  <c:v>247800</c:v>
                </c:pt>
                <c:pt idx="660">
                  <c:v>206000</c:v>
                </c:pt>
                <c:pt idx="661">
                  <c:v>598900</c:v>
                </c:pt>
                <c:pt idx="662">
                  <c:v>397900</c:v>
                </c:pt>
                <c:pt idx="663">
                  <c:v>406100</c:v>
                </c:pt>
                <c:pt idx="664">
                  <c:v>285300</c:v>
                </c:pt>
                <c:pt idx="665">
                  <c:v>594000</c:v>
                </c:pt>
                <c:pt idx="666">
                  <c:v>414500</c:v>
                </c:pt>
                <c:pt idx="667">
                  <c:v>414500</c:v>
                </c:pt>
                <c:pt idx="668">
                  <c:v>336900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3-8B4E-9DBC-923B54FD8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2732239"/>
        <c:axId val="1962733967"/>
      </c:barChart>
      <c:lineChart>
        <c:grouping val="standard"/>
        <c:varyColors val="0"/>
        <c:ser>
          <c:idx val="1"/>
          <c:order val="1"/>
          <c:tx>
            <c:strRef>
              <c:f>'ATZ Stock Price'!$C$1</c:f>
              <c:strCache>
                <c:ptCount val="1"/>
                <c:pt idx="0">
                  <c:v>Close</c:v>
                </c:pt>
              </c:strCache>
            </c:strRef>
          </c:tx>
          <c:spPr>
            <a:ln w="28575" cap="rnd">
              <a:solidFill>
                <a:schemeClr val="accent2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'ATZ Stock Price'!$A$2:$A$670</c:f>
              <c:numCache>
                <c:formatCode>m/d/yy</c:formatCode>
                <c:ptCount val="669"/>
                <c:pt idx="0">
                  <c:v>44207</c:v>
                </c:pt>
                <c:pt idx="1">
                  <c:v>44208</c:v>
                </c:pt>
                <c:pt idx="2">
                  <c:v>44209</c:v>
                </c:pt>
                <c:pt idx="3">
                  <c:v>44210</c:v>
                </c:pt>
                <c:pt idx="4">
                  <c:v>44211</c:v>
                </c:pt>
                <c:pt idx="5">
                  <c:v>44214</c:v>
                </c:pt>
                <c:pt idx="6">
                  <c:v>44215</c:v>
                </c:pt>
                <c:pt idx="7">
                  <c:v>44216</c:v>
                </c:pt>
                <c:pt idx="8">
                  <c:v>44217</c:v>
                </c:pt>
                <c:pt idx="9">
                  <c:v>44218</c:v>
                </c:pt>
                <c:pt idx="10">
                  <c:v>44221</c:v>
                </c:pt>
                <c:pt idx="11">
                  <c:v>44222</c:v>
                </c:pt>
                <c:pt idx="12">
                  <c:v>44223</c:v>
                </c:pt>
                <c:pt idx="13">
                  <c:v>44224</c:v>
                </c:pt>
                <c:pt idx="14">
                  <c:v>44225</c:v>
                </c:pt>
                <c:pt idx="15">
                  <c:v>44228</c:v>
                </c:pt>
                <c:pt idx="16">
                  <c:v>44229</c:v>
                </c:pt>
                <c:pt idx="17">
                  <c:v>44230</c:v>
                </c:pt>
                <c:pt idx="18">
                  <c:v>44231</c:v>
                </c:pt>
                <c:pt idx="19">
                  <c:v>44232</c:v>
                </c:pt>
                <c:pt idx="20">
                  <c:v>44235</c:v>
                </c:pt>
                <c:pt idx="21">
                  <c:v>44236</c:v>
                </c:pt>
                <c:pt idx="22">
                  <c:v>44237</c:v>
                </c:pt>
                <c:pt idx="23">
                  <c:v>44238</c:v>
                </c:pt>
                <c:pt idx="24">
                  <c:v>44239</c:v>
                </c:pt>
                <c:pt idx="25">
                  <c:v>44243</c:v>
                </c:pt>
                <c:pt idx="26">
                  <c:v>44244</c:v>
                </c:pt>
                <c:pt idx="27">
                  <c:v>44245</c:v>
                </c:pt>
                <c:pt idx="28">
                  <c:v>44246</c:v>
                </c:pt>
                <c:pt idx="29">
                  <c:v>44249</c:v>
                </c:pt>
                <c:pt idx="30">
                  <c:v>44250</c:v>
                </c:pt>
                <c:pt idx="31">
                  <c:v>44251</c:v>
                </c:pt>
                <c:pt idx="32">
                  <c:v>44252</c:v>
                </c:pt>
                <c:pt idx="33">
                  <c:v>44253</c:v>
                </c:pt>
                <c:pt idx="34">
                  <c:v>44256</c:v>
                </c:pt>
                <c:pt idx="35">
                  <c:v>44257</c:v>
                </c:pt>
                <c:pt idx="36">
                  <c:v>44258</c:v>
                </c:pt>
                <c:pt idx="37">
                  <c:v>44259</c:v>
                </c:pt>
                <c:pt idx="38">
                  <c:v>44260</c:v>
                </c:pt>
                <c:pt idx="39">
                  <c:v>44263</c:v>
                </c:pt>
                <c:pt idx="40">
                  <c:v>44264</c:v>
                </c:pt>
                <c:pt idx="41">
                  <c:v>44265</c:v>
                </c:pt>
                <c:pt idx="42">
                  <c:v>44266</c:v>
                </c:pt>
                <c:pt idx="43">
                  <c:v>44267</c:v>
                </c:pt>
                <c:pt idx="44">
                  <c:v>44270</c:v>
                </c:pt>
                <c:pt idx="45">
                  <c:v>44271</c:v>
                </c:pt>
                <c:pt idx="46">
                  <c:v>44272</c:v>
                </c:pt>
                <c:pt idx="47">
                  <c:v>44273</c:v>
                </c:pt>
                <c:pt idx="48">
                  <c:v>44274</c:v>
                </c:pt>
                <c:pt idx="49">
                  <c:v>44277</c:v>
                </c:pt>
                <c:pt idx="50">
                  <c:v>44278</c:v>
                </c:pt>
                <c:pt idx="51">
                  <c:v>44279</c:v>
                </c:pt>
                <c:pt idx="52">
                  <c:v>44280</c:v>
                </c:pt>
                <c:pt idx="53">
                  <c:v>44281</c:v>
                </c:pt>
                <c:pt idx="54">
                  <c:v>44284</c:v>
                </c:pt>
                <c:pt idx="55">
                  <c:v>44285</c:v>
                </c:pt>
                <c:pt idx="56">
                  <c:v>44286</c:v>
                </c:pt>
                <c:pt idx="57">
                  <c:v>44287</c:v>
                </c:pt>
                <c:pt idx="58">
                  <c:v>44291</c:v>
                </c:pt>
                <c:pt idx="59">
                  <c:v>44292</c:v>
                </c:pt>
                <c:pt idx="60">
                  <c:v>44293</c:v>
                </c:pt>
                <c:pt idx="61">
                  <c:v>44294</c:v>
                </c:pt>
                <c:pt idx="62">
                  <c:v>44295</c:v>
                </c:pt>
                <c:pt idx="63">
                  <c:v>44298</c:v>
                </c:pt>
                <c:pt idx="64">
                  <c:v>44299</c:v>
                </c:pt>
                <c:pt idx="65">
                  <c:v>44300</c:v>
                </c:pt>
                <c:pt idx="66">
                  <c:v>44301</c:v>
                </c:pt>
                <c:pt idx="67">
                  <c:v>44302</c:v>
                </c:pt>
                <c:pt idx="68">
                  <c:v>44305</c:v>
                </c:pt>
                <c:pt idx="69">
                  <c:v>44306</c:v>
                </c:pt>
                <c:pt idx="70">
                  <c:v>44307</c:v>
                </c:pt>
                <c:pt idx="71">
                  <c:v>44308</c:v>
                </c:pt>
                <c:pt idx="72">
                  <c:v>44309</c:v>
                </c:pt>
                <c:pt idx="73">
                  <c:v>44312</c:v>
                </c:pt>
                <c:pt idx="74">
                  <c:v>44313</c:v>
                </c:pt>
                <c:pt idx="75">
                  <c:v>44314</c:v>
                </c:pt>
                <c:pt idx="76">
                  <c:v>44315</c:v>
                </c:pt>
                <c:pt idx="77">
                  <c:v>44316</c:v>
                </c:pt>
                <c:pt idx="78">
                  <c:v>44319</c:v>
                </c:pt>
                <c:pt idx="79">
                  <c:v>44320</c:v>
                </c:pt>
                <c:pt idx="80">
                  <c:v>44321</c:v>
                </c:pt>
                <c:pt idx="81">
                  <c:v>44322</c:v>
                </c:pt>
                <c:pt idx="82">
                  <c:v>44323</c:v>
                </c:pt>
                <c:pt idx="83">
                  <c:v>44326</c:v>
                </c:pt>
                <c:pt idx="84">
                  <c:v>44327</c:v>
                </c:pt>
                <c:pt idx="85">
                  <c:v>44328</c:v>
                </c:pt>
                <c:pt idx="86">
                  <c:v>44329</c:v>
                </c:pt>
                <c:pt idx="87">
                  <c:v>44330</c:v>
                </c:pt>
                <c:pt idx="88">
                  <c:v>44333</c:v>
                </c:pt>
                <c:pt idx="89">
                  <c:v>44334</c:v>
                </c:pt>
                <c:pt idx="90">
                  <c:v>44335</c:v>
                </c:pt>
                <c:pt idx="91">
                  <c:v>44336</c:v>
                </c:pt>
                <c:pt idx="92">
                  <c:v>44337</c:v>
                </c:pt>
                <c:pt idx="93">
                  <c:v>44341</c:v>
                </c:pt>
                <c:pt idx="94">
                  <c:v>44342</c:v>
                </c:pt>
                <c:pt idx="95">
                  <c:v>44343</c:v>
                </c:pt>
                <c:pt idx="96">
                  <c:v>44344</c:v>
                </c:pt>
                <c:pt idx="97">
                  <c:v>44347</c:v>
                </c:pt>
                <c:pt idx="98">
                  <c:v>44348</c:v>
                </c:pt>
                <c:pt idx="99">
                  <c:v>44349</c:v>
                </c:pt>
                <c:pt idx="100">
                  <c:v>44350</c:v>
                </c:pt>
                <c:pt idx="101">
                  <c:v>44351</c:v>
                </c:pt>
                <c:pt idx="102">
                  <c:v>44354</c:v>
                </c:pt>
                <c:pt idx="103">
                  <c:v>44355</c:v>
                </c:pt>
                <c:pt idx="104">
                  <c:v>44356</c:v>
                </c:pt>
                <c:pt idx="105">
                  <c:v>44357</c:v>
                </c:pt>
                <c:pt idx="106">
                  <c:v>44358</c:v>
                </c:pt>
                <c:pt idx="107">
                  <c:v>44361</c:v>
                </c:pt>
                <c:pt idx="108">
                  <c:v>44362</c:v>
                </c:pt>
                <c:pt idx="109">
                  <c:v>44363</c:v>
                </c:pt>
                <c:pt idx="110">
                  <c:v>44364</c:v>
                </c:pt>
                <c:pt idx="111">
                  <c:v>44365</c:v>
                </c:pt>
                <c:pt idx="112">
                  <c:v>44368</c:v>
                </c:pt>
                <c:pt idx="113">
                  <c:v>44369</c:v>
                </c:pt>
                <c:pt idx="114">
                  <c:v>44370</c:v>
                </c:pt>
                <c:pt idx="115">
                  <c:v>44371</c:v>
                </c:pt>
                <c:pt idx="116">
                  <c:v>44372</c:v>
                </c:pt>
                <c:pt idx="117">
                  <c:v>44375</c:v>
                </c:pt>
                <c:pt idx="118">
                  <c:v>44376</c:v>
                </c:pt>
                <c:pt idx="119">
                  <c:v>44377</c:v>
                </c:pt>
                <c:pt idx="120">
                  <c:v>44379</c:v>
                </c:pt>
                <c:pt idx="121">
                  <c:v>44382</c:v>
                </c:pt>
                <c:pt idx="122">
                  <c:v>44383</c:v>
                </c:pt>
                <c:pt idx="123">
                  <c:v>44384</c:v>
                </c:pt>
                <c:pt idx="124">
                  <c:v>44385</c:v>
                </c:pt>
                <c:pt idx="125">
                  <c:v>44386</c:v>
                </c:pt>
                <c:pt idx="126">
                  <c:v>44389</c:v>
                </c:pt>
                <c:pt idx="127">
                  <c:v>44390</c:v>
                </c:pt>
                <c:pt idx="128">
                  <c:v>44391</c:v>
                </c:pt>
                <c:pt idx="129">
                  <c:v>44392</c:v>
                </c:pt>
                <c:pt idx="130">
                  <c:v>44393</c:v>
                </c:pt>
                <c:pt idx="131">
                  <c:v>44396</c:v>
                </c:pt>
                <c:pt idx="132">
                  <c:v>44397</c:v>
                </c:pt>
                <c:pt idx="133">
                  <c:v>44398</c:v>
                </c:pt>
                <c:pt idx="134">
                  <c:v>44399</c:v>
                </c:pt>
                <c:pt idx="135">
                  <c:v>44400</c:v>
                </c:pt>
                <c:pt idx="136">
                  <c:v>44403</c:v>
                </c:pt>
                <c:pt idx="137">
                  <c:v>44404</c:v>
                </c:pt>
                <c:pt idx="138">
                  <c:v>44405</c:v>
                </c:pt>
                <c:pt idx="139">
                  <c:v>44406</c:v>
                </c:pt>
                <c:pt idx="140">
                  <c:v>44407</c:v>
                </c:pt>
                <c:pt idx="141">
                  <c:v>44411</c:v>
                </c:pt>
                <c:pt idx="142">
                  <c:v>44412</c:v>
                </c:pt>
                <c:pt idx="143">
                  <c:v>44413</c:v>
                </c:pt>
                <c:pt idx="144">
                  <c:v>44414</c:v>
                </c:pt>
                <c:pt idx="145">
                  <c:v>44417</c:v>
                </c:pt>
                <c:pt idx="146">
                  <c:v>44418</c:v>
                </c:pt>
                <c:pt idx="147">
                  <c:v>44419</c:v>
                </c:pt>
                <c:pt idx="148">
                  <c:v>44420</c:v>
                </c:pt>
                <c:pt idx="149">
                  <c:v>44421</c:v>
                </c:pt>
                <c:pt idx="150">
                  <c:v>44424</c:v>
                </c:pt>
                <c:pt idx="151">
                  <c:v>44425</c:v>
                </c:pt>
                <c:pt idx="152">
                  <c:v>44426</c:v>
                </c:pt>
                <c:pt idx="153">
                  <c:v>44427</c:v>
                </c:pt>
                <c:pt idx="154">
                  <c:v>44428</c:v>
                </c:pt>
                <c:pt idx="155">
                  <c:v>44431</c:v>
                </c:pt>
                <c:pt idx="156">
                  <c:v>44432</c:v>
                </c:pt>
                <c:pt idx="157">
                  <c:v>44433</c:v>
                </c:pt>
                <c:pt idx="158">
                  <c:v>44434</c:v>
                </c:pt>
                <c:pt idx="159">
                  <c:v>44435</c:v>
                </c:pt>
                <c:pt idx="160">
                  <c:v>44438</c:v>
                </c:pt>
                <c:pt idx="161">
                  <c:v>44439</c:v>
                </c:pt>
                <c:pt idx="162">
                  <c:v>44440</c:v>
                </c:pt>
                <c:pt idx="163">
                  <c:v>44441</c:v>
                </c:pt>
                <c:pt idx="164">
                  <c:v>44442</c:v>
                </c:pt>
                <c:pt idx="165">
                  <c:v>44446</c:v>
                </c:pt>
                <c:pt idx="166">
                  <c:v>44447</c:v>
                </c:pt>
                <c:pt idx="167">
                  <c:v>44448</c:v>
                </c:pt>
                <c:pt idx="168">
                  <c:v>44449</c:v>
                </c:pt>
                <c:pt idx="169">
                  <c:v>44452</c:v>
                </c:pt>
                <c:pt idx="170">
                  <c:v>44453</c:v>
                </c:pt>
                <c:pt idx="171">
                  <c:v>44454</c:v>
                </c:pt>
                <c:pt idx="172">
                  <c:v>44455</c:v>
                </c:pt>
                <c:pt idx="173">
                  <c:v>44456</c:v>
                </c:pt>
                <c:pt idx="174">
                  <c:v>44459</c:v>
                </c:pt>
                <c:pt idx="175">
                  <c:v>44460</c:v>
                </c:pt>
                <c:pt idx="176">
                  <c:v>44461</c:v>
                </c:pt>
                <c:pt idx="177">
                  <c:v>44462</c:v>
                </c:pt>
                <c:pt idx="178">
                  <c:v>44463</c:v>
                </c:pt>
                <c:pt idx="179">
                  <c:v>44466</c:v>
                </c:pt>
                <c:pt idx="180">
                  <c:v>44467</c:v>
                </c:pt>
                <c:pt idx="181">
                  <c:v>44468</c:v>
                </c:pt>
                <c:pt idx="182">
                  <c:v>44469</c:v>
                </c:pt>
                <c:pt idx="183">
                  <c:v>44470</c:v>
                </c:pt>
                <c:pt idx="184">
                  <c:v>44473</c:v>
                </c:pt>
                <c:pt idx="185">
                  <c:v>44474</c:v>
                </c:pt>
                <c:pt idx="186">
                  <c:v>44475</c:v>
                </c:pt>
                <c:pt idx="187">
                  <c:v>44476</c:v>
                </c:pt>
                <c:pt idx="188">
                  <c:v>44477</c:v>
                </c:pt>
                <c:pt idx="189">
                  <c:v>44481</c:v>
                </c:pt>
                <c:pt idx="190">
                  <c:v>44482</c:v>
                </c:pt>
                <c:pt idx="191">
                  <c:v>44483</c:v>
                </c:pt>
                <c:pt idx="192">
                  <c:v>44484</c:v>
                </c:pt>
                <c:pt idx="193">
                  <c:v>44487</c:v>
                </c:pt>
                <c:pt idx="194">
                  <c:v>44488</c:v>
                </c:pt>
                <c:pt idx="195">
                  <c:v>44489</c:v>
                </c:pt>
                <c:pt idx="196">
                  <c:v>44490</c:v>
                </c:pt>
                <c:pt idx="197">
                  <c:v>44491</c:v>
                </c:pt>
                <c:pt idx="198">
                  <c:v>44494</c:v>
                </c:pt>
                <c:pt idx="199">
                  <c:v>44495</c:v>
                </c:pt>
                <c:pt idx="200">
                  <c:v>44496</c:v>
                </c:pt>
                <c:pt idx="201">
                  <c:v>44497</c:v>
                </c:pt>
                <c:pt idx="202">
                  <c:v>44498</c:v>
                </c:pt>
                <c:pt idx="203">
                  <c:v>44501</c:v>
                </c:pt>
                <c:pt idx="204">
                  <c:v>44502</c:v>
                </c:pt>
                <c:pt idx="205">
                  <c:v>44503</c:v>
                </c:pt>
                <c:pt idx="206">
                  <c:v>44504</c:v>
                </c:pt>
                <c:pt idx="207">
                  <c:v>44505</c:v>
                </c:pt>
                <c:pt idx="208">
                  <c:v>44508</c:v>
                </c:pt>
                <c:pt idx="209">
                  <c:v>44509</c:v>
                </c:pt>
                <c:pt idx="210">
                  <c:v>44510</c:v>
                </c:pt>
                <c:pt idx="211">
                  <c:v>44511</c:v>
                </c:pt>
                <c:pt idx="212">
                  <c:v>44512</c:v>
                </c:pt>
                <c:pt idx="213">
                  <c:v>44515</c:v>
                </c:pt>
                <c:pt idx="214">
                  <c:v>44516</c:v>
                </c:pt>
                <c:pt idx="215">
                  <c:v>44517</c:v>
                </c:pt>
                <c:pt idx="216">
                  <c:v>44518</c:v>
                </c:pt>
                <c:pt idx="217">
                  <c:v>44519</c:v>
                </c:pt>
                <c:pt idx="218">
                  <c:v>44522</c:v>
                </c:pt>
                <c:pt idx="219">
                  <c:v>44523</c:v>
                </c:pt>
                <c:pt idx="220">
                  <c:v>44524</c:v>
                </c:pt>
                <c:pt idx="221">
                  <c:v>44525</c:v>
                </c:pt>
                <c:pt idx="222">
                  <c:v>44526</c:v>
                </c:pt>
                <c:pt idx="223">
                  <c:v>44529</c:v>
                </c:pt>
                <c:pt idx="224">
                  <c:v>44530</c:v>
                </c:pt>
                <c:pt idx="225">
                  <c:v>44531</c:v>
                </c:pt>
                <c:pt idx="226">
                  <c:v>44532</c:v>
                </c:pt>
                <c:pt idx="227">
                  <c:v>44533</c:v>
                </c:pt>
                <c:pt idx="228">
                  <c:v>44536</c:v>
                </c:pt>
                <c:pt idx="229">
                  <c:v>44537</c:v>
                </c:pt>
                <c:pt idx="230">
                  <c:v>44538</c:v>
                </c:pt>
                <c:pt idx="231">
                  <c:v>44539</c:v>
                </c:pt>
                <c:pt idx="232">
                  <c:v>44540</c:v>
                </c:pt>
                <c:pt idx="233">
                  <c:v>44543</c:v>
                </c:pt>
                <c:pt idx="234">
                  <c:v>44544</c:v>
                </c:pt>
                <c:pt idx="235">
                  <c:v>44545</c:v>
                </c:pt>
                <c:pt idx="236">
                  <c:v>44546</c:v>
                </c:pt>
                <c:pt idx="237">
                  <c:v>44547</c:v>
                </c:pt>
                <c:pt idx="238">
                  <c:v>44550</c:v>
                </c:pt>
                <c:pt idx="239">
                  <c:v>44551</c:v>
                </c:pt>
                <c:pt idx="240">
                  <c:v>44552</c:v>
                </c:pt>
                <c:pt idx="241">
                  <c:v>44553</c:v>
                </c:pt>
                <c:pt idx="242">
                  <c:v>44554</c:v>
                </c:pt>
                <c:pt idx="243">
                  <c:v>44559</c:v>
                </c:pt>
                <c:pt idx="244">
                  <c:v>44560</c:v>
                </c:pt>
                <c:pt idx="245">
                  <c:v>44561</c:v>
                </c:pt>
                <c:pt idx="246">
                  <c:v>44565</c:v>
                </c:pt>
                <c:pt idx="247">
                  <c:v>44566</c:v>
                </c:pt>
                <c:pt idx="248">
                  <c:v>44567</c:v>
                </c:pt>
                <c:pt idx="249">
                  <c:v>44568</c:v>
                </c:pt>
                <c:pt idx="250">
                  <c:v>44571</c:v>
                </c:pt>
                <c:pt idx="251">
                  <c:v>44572</c:v>
                </c:pt>
                <c:pt idx="252">
                  <c:v>44573</c:v>
                </c:pt>
                <c:pt idx="253">
                  <c:v>44574</c:v>
                </c:pt>
                <c:pt idx="254">
                  <c:v>44575</c:v>
                </c:pt>
                <c:pt idx="255">
                  <c:v>44578</c:v>
                </c:pt>
                <c:pt idx="256">
                  <c:v>44579</c:v>
                </c:pt>
                <c:pt idx="257">
                  <c:v>44580</c:v>
                </c:pt>
                <c:pt idx="258">
                  <c:v>44581</c:v>
                </c:pt>
                <c:pt idx="259">
                  <c:v>44582</c:v>
                </c:pt>
                <c:pt idx="260">
                  <c:v>44585</c:v>
                </c:pt>
                <c:pt idx="261">
                  <c:v>44586</c:v>
                </c:pt>
                <c:pt idx="262">
                  <c:v>44587</c:v>
                </c:pt>
                <c:pt idx="263">
                  <c:v>44588</c:v>
                </c:pt>
                <c:pt idx="264">
                  <c:v>44589</c:v>
                </c:pt>
                <c:pt idx="265">
                  <c:v>44592</c:v>
                </c:pt>
                <c:pt idx="266">
                  <c:v>44593</c:v>
                </c:pt>
                <c:pt idx="267">
                  <c:v>44594</c:v>
                </c:pt>
                <c:pt idx="268">
                  <c:v>44595</c:v>
                </c:pt>
                <c:pt idx="269">
                  <c:v>44596</c:v>
                </c:pt>
                <c:pt idx="270">
                  <c:v>44599</c:v>
                </c:pt>
                <c:pt idx="271">
                  <c:v>44600</c:v>
                </c:pt>
                <c:pt idx="272">
                  <c:v>44601</c:v>
                </c:pt>
                <c:pt idx="273">
                  <c:v>44602</c:v>
                </c:pt>
                <c:pt idx="274">
                  <c:v>44603</c:v>
                </c:pt>
                <c:pt idx="275">
                  <c:v>44606</c:v>
                </c:pt>
                <c:pt idx="276">
                  <c:v>44607</c:v>
                </c:pt>
                <c:pt idx="277">
                  <c:v>44608</c:v>
                </c:pt>
                <c:pt idx="278">
                  <c:v>44609</c:v>
                </c:pt>
                <c:pt idx="279">
                  <c:v>44610</c:v>
                </c:pt>
                <c:pt idx="280">
                  <c:v>44614</c:v>
                </c:pt>
                <c:pt idx="281">
                  <c:v>44615</c:v>
                </c:pt>
                <c:pt idx="282">
                  <c:v>44616</c:v>
                </c:pt>
                <c:pt idx="283">
                  <c:v>44617</c:v>
                </c:pt>
                <c:pt idx="284">
                  <c:v>44620</c:v>
                </c:pt>
                <c:pt idx="285">
                  <c:v>44621</c:v>
                </c:pt>
                <c:pt idx="286">
                  <c:v>44622</c:v>
                </c:pt>
                <c:pt idx="287">
                  <c:v>44623</c:v>
                </c:pt>
                <c:pt idx="288">
                  <c:v>44624</c:v>
                </c:pt>
                <c:pt idx="289">
                  <c:v>44627</c:v>
                </c:pt>
                <c:pt idx="290">
                  <c:v>44628</c:v>
                </c:pt>
                <c:pt idx="291">
                  <c:v>44629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44669</c:v>
                </c:pt>
                <c:pt idx="319">
                  <c:v>44670</c:v>
                </c:pt>
                <c:pt idx="320">
                  <c:v>44671</c:v>
                </c:pt>
                <c:pt idx="321">
                  <c:v>44672</c:v>
                </c:pt>
                <c:pt idx="322">
                  <c:v>44673</c:v>
                </c:pt>
                <c:pt idx="323">
                  <c:v>44676</c:v>
                </c:pt>
                <c:pt idx="324">
                  <c:v>44677</c:v>
                </c:pt>
                <c:pt idx="325">
                  <c:v>44678</c:v>
                </c:pt>
                <c:pt idx="326">
                  <c:v>44679</c:v>
                </c:pt>
                <c:pt idx="327">
                  <c:v>44680</c:v>
                </c:pt>
                <c:pt idx="328">
                  <c:v>44683</c:v>
                </c:pt>
                <c:pt idx="329">
                  <c:v>44684</c:v>
                </c:pt>
                <c:pt idx="330">
                  <c:v>44685</c:v>
                </c:pt>
                <c:pt idx="331">
                  <c:v>44686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44705</c:v>
                </c:pt>
                <c:pt idx="344">
                  <c:v>44706</c:v>
                </c:pt>
                <c:pt idx="345">
                  <c:v>44707</c:v>
                </c:pt>
                <c:pt idx="346">
                  <c:v>44708</c:v>
                </c:pt>
                <c:pt idx="347">
                  <c:v>44711</c:v>
                </c:pt>
                <c:pt idx="348">
                  <c:v>44712</c:v>
                </c:pt>
                <c:pt idx="349">
                  <c:v>44713</c:v>
                </c:pt>
                <c:pt idx="350">
                  <c:v>44714</c:v>
                </c:pt>
                <c:pt idx="351">
                  <c:v>44715</c:v>
                </c:pt>
                <c:pt idx="352">
                  <c:v>44718</c:v>
                </c:pt>
                <c:pt idx="353">
                  <c:v>44719</c:v>
                </c:pt>
                <c:pt idx="354">
                  <c:v>44720</c:v>
                </c:pt>
                <c:pt idx="355">
                  <c:v>44721</c:v>
                </c:pt>
                <c:pt idx="356">
                  <c:v>44722</c:v>
                </c:pt>
                <c:pt idx="357">
                  <c:v>44725</c:v>
                </c:pt>
                <c:pt idx="358">
                  <c:v>44726</c:v>
                </c:pt>
                <c:pt idx="359">
                  <c:v>44727</c:v>
                </c:pt>
                <c:pt idx="360">
                  <c:v>44728</c:v>
                </c:pt>
                <c:pt idx="361">
                  <c:v>44729</c:v>
                </c:pt>
                <c:pt idx="362">
                  <c:v>44732</c:v>
                </c:pt>
                <c:pt idx="363">
                  <c:v>44733</c:v>
                </c:pt>
                <c:pt idx="364">
                  <c:v>44734</c:v>
                </c:pt>
                <c:pt idx="365">
                  <c:v>44735</c:v>
                </c:pt>
                <c:pt idx="366">
                  <c:v>44736</c:v>
                </c:pt>
                <c:pt idx="367">
                  <c:v>44739</c:v>
                </c:pt>
                <c:pt idx="368">
                  <c:v>44740</c:v>
                </c:pt>
                <c:pt idx="369">
                  <c:v>44741</c:v>
                </c:pt>
                <c:pt idx="370">
                  <c:v>44742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44775</c:v>
                </c:pt>
                <c:pt idx="392">
                  <c:v>44776</c:v>
                </c:pt>
                <c:pt idx="393">
                  <c:v>44777</c:v>
                </c:pt>
                <c:pt idx="394">
                  <c:v>44778</c:v>
                </c:pt>
                <c:pt idx="395">
                  <c:v>44781</c:v>
                </c:pt>
                <c:pt idx="396">
                  <c:v>44782</c:v>
                </c:pt>
                <c:pt idx="397">
                  <c:v>44783</c:v>
                </c:pt>
                <c:pt idx="398">
                  <c:v>44784</c:v>
                </c:pt>
                <c:pt idx="399">
                  <c:v>44785</c:v>
                </c:pt>
                <c:pt idx="400">
                  <c:v>44788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44810</c:v>
                </c:pt>
                <c:pt idx="416">
                  <c:v>44811</c:v>
                </c:pt>
                <c:pt idx="417">
                  <c:v>44812</c:v>
                </c:pt>
                <c:pt idx="418">
                  <c:v>44813</c:v>
                </c:pt>
                <c:pt idx="419">
                  <c:v>44816</c:v>
                </c:pt>
                <c:pt idx="420">
                  <c:v>44817</c:v>
                </c:pt>
                <c:pt idx="421">
                  <c:v>44818</c:v>
                </c:pt>
                <c:pt idx="422">
                  <c:v>44819</c:v>
                </c:pt>
                <c:pt idx="423">
                  <c:v>44820</c:v>
                </c:pt>
                <c:pt idx="424">
                  <c:v>44823</c:v>
                </c:pt>
                <c:pt idx="425">
                  <c:v>44824</c:v>
                </c:pt>
                <c:pt idx="426">
                  <c:v>44825</c:v>
                </c:pt>
                <c:pt idx="427">
                  <c:v>44826</c:v>
                </c:pt>
                <c:pt idx="428">
                  <c:v>44827</c:v>
                </c:pt>
                <c:pt idx="429">
                  <c:v>44830</c:v>
                </c:pt>
                <c:pt idx="430">
                  <c:v>44831</c:v>
                </c:pt>
                <c:pt idx="431">
                  <c:v>44832</c:v>
                </c:pt>
                <c:pt idx="432">
                  <c:v>44833</c:v>
                </c:pt>
                <c:pt idx="433">
                  <c:v>44834</c:v>
                </c:pt>
                <c:pt idx="434">
                  <c:v>44837</c:v>
                </c:pt>
                <c:pt idx="435">
                  <c:v>44838</c:v>
                </c:pt>
                <c:pt idx="436">
                  <c:v>44839</c:v>
                </c:pt>
                <c:pt idx="437">
                  <c:v>44840</c:v>
                </c:pt>
                <c:pt idx="438">
                  <c:v>44841</c:v>
                </c:pt>
                <c:pt idx="439">
                  <c:v>44845</c:v>
                </c:pt>
                <c:pt idx="440">
                  <c:v>44846</c:v>
                </c:pt>
                <c:pt idx="441">
                  <c:v>44847</c:v>
                </c:pt>
                <c:pt idx="442">
                  <c:v>44848</c:v>
                </c:pt>
                <c:pt idx="443">
                  <c:v>44851</c:v>
                </c:pt>
                <c:pt idx="444">
                  <c:v>44852</c:v>
                </c:pt>
                <c:pt idx="445">
                  <c:v>44853</c:v>
                </c:pt>
                <c:pt idx="446">
                  <c:v>44854</c:v>
                </c:pt>
                <c:pt idx="447">
                  <c:v>44855</c:v>
                </c:pt>
                <c:pt idx="448">
                  <c:v>44858</c:v>
                </c:pt>
                <c:pt idx="449">
                  <c:v>44859</c:v>
                </c:pt>
                <c:pt idx="450">
                  <c:v>44860</c:v>
                </c:pt>
                <c:pt idx="451">
                  <c:v>44861</c:v>
                </c:pt>
                <c:pt idx="452">
                  <c:v>44862</c:v>
                </c:pt>
                <c:pt idx="453">
                  <c:v>44865</c:v>
                </c:pt>
                <c:pt idx="454">
                  <c:v>44866</c:v>
                </c:pt>
                <c:pt idx="455">
                  <c:v>44867</c:v>
                </c:pt>
                <c:pt idx="456">
                  <c:v>44868</c:v>
                </c:pt>
                <c:pt idx="457">
                  <c:v>44869</c:v>
                </c:pt>
                <c:pt idx="458">
                  <c:v>44872</c:v>
                </c:pt>
                <c:pt idx="459">
                  <c:v>44873</c:v>
                </c:pt>
                <c:pt idx="460">
                  <c:v>44874</c:v>
                </c:pt>
                <c:pt idx="461">
                  <c:v>44875</c:v>
                </c:pt>
                <c:pt idx="462">
                  <c:v>44876</c:v>
                </c:pt>
                <c:pt idx="463">
                  <c:v>44879</c:v>
                </c:pt>
                <c:pt idx="464">
                  <c:v>44880</c:v>
                </c:pt>
                <c:pt idx="465">
                  <c:v>44881</c:v>
                </c:pt>
                <c:pt idx="466">
                  <c:v>44882</c:v>
                </c:pt>
                <c:pt idx="467">
                  <c:v>44883</c:v>
                </c:pt>
                <c:pt idx="468">
                  <c:v>44886</c:v>
                </c:pt>
                <c:pt idx="469">
                  <c:v>44887</c:v>
                </c:pt>
                <c:pt idx="470">
                  <c:v>44888</c:v>
                </c:pt>
                <c:pt idx="471">
                  <c:v>44889</c:v>
                </c:pt>
                <c:pt idx="472">
                  <c:v>44890</c:v>
                </c:pt>
                <c:pt idx="473">
                  <c:v>44893</c:v>
                </c:pt>
                <c:pt idx="474">
                  <c:v>44894</c:v>
                </c:pt>
                <c:pt idx="475">
                  <c:v>44895</c:v>
                </c:pt>
                <c:pt idx="476">
                  <c:v>44896</c:v>
                </c:pt>
                <c:pt idx="477">
                  <c:v>44897</c:v>
                </c:pt>
                <c:pt idx="478">
                  <c:v>44900</c:v>
                </c:pt>
                <c:pt idx="479">
                  <c:v>44901</c:v>
                </c:pt>
                <c:pt idx="480">
                  <c:v>44902</c:v>
                </c:pt>
                <c:pt idx="481">
                  <c:v>44903</c:v>
                </c:pt>
                <c:pt idx="482">
                  <c:v>44904</c:v>
                </c:pt>
                <c:pt idx="483">
                  <c:v>44907</c:v>
                </c:pt>
                <c:pt idx="484">
                  <c:v>44908</c:v>
                </c:pt>
                <c:pt idx="485">
                  <c:v>44909</c:v>
                </c:pt>
                <c:pt idx="486">
                  <c:v>44910</c:v>
                </c:pt>
                <c:pt idx="487">
                  <c:v>44911</c:v>
                </c:pt>
                <c:pt idx="488">
                  <c:v>44914</c:v>
                </c:pt>
                <c:pt idx="489">
                  <c:v>44915</c:v>
                </c:pt>
                <c:pt idx="490">
                  <c:v>44916</c:v>
                </c:pt>
                <c:pt idx="491">
                  <c:v>44917</c:v>
                </c:pt>
                <c:pt idx="492">
                  <c:v>44918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44929</c:v>
                </c:pt>
                <c:pt idx="497">
                  <c:v>44930</c:v>
                </c:pt>
                <c:pt idx="498">
                  <c:v>44931</c:v>
                </c:pt>
                <c:pt idx="499">
                  <c:v>44932</c:v>
                </c:pt>
                <c:pt idx="500">
                  <c:v>44935</c:v>
                </c:pt>
                <c:pt idx="501">
                  <c:v>44936</c:v>
                </c:pt>
                <c:pt idx="502">
                  <c:v>44937</c:v>
                </c:pt>
                <c:pt idx="503">
                  <c:v>44938</c:v>
                </c:pt>
                <c:pt idx="504">
                  <c:v>44939</c:v>
                </c:pt>
                <c:pt idx="505">
                  <c:v>44942</c:v>
                </c:pt>
                <c:pt idx="506">
                  <c:v>44943</c:v>
                </c:pt>
                <c:pt idx="507">
                  <c:v>44944</c:v>
                </c:pt>
                <c:pt idx="508">
                  <c:v>44945</c:v>
                </c:pt>
                <c:pt idx="509">
                  <c:v>44946</c:v>
                </c:pt>
                <c:pt idx="510">
                  <c:v>44949</c:v>
                </c:pt>
                <c:pt idx="511">
                  <c:v>44950</c:v>
                </c:pt>
                <c:pt idx="512">
                  <c:v>44951</c:v>
                </c:pt>
                <c:pt idx="513">
                  <c:v>44952</c:v>
                </c:pt>
                <c:pt idx="514">
                  <c:v>44953</c:v>
                </c:pt>
                <c:pt idx="515">
                  <c:v>44956</c:v>
                </c:pt>
                <c:pt idx="516">
                  <c:v>44957</c:v>
                </c:pt>
                <c:pt idx="517">
                  <c:v>44958</c:v>
                </c:pt>
                <c:pt idx="518">
                  <c:v>44959</c:v>
                </c:pt>
                <c:pt idx="519">
                  <c:v>44960</c:v>
                </c:pt>
                <c:pt idx="520">
                  <c:v>44963</c:v>
                </c:pt>
                <c:pt idx="521">
                  <c:v>44964</c:v>
                </c:pt>
                <c:pt idx="522">
                  <c:v>44965</c:v>
                </c:pt>
                <c:pt idx="523">
                  <c:v>44966</c:v>
                </c:pt>
                <c:pt idx="524">
                  <c:v>44967</c:v>
                </c:pt>
                <c:pt idx="525">
                  <c:v>44970</c:v>
                </c:pt>
                <c:pt idx="526">
                  <c:v>44971</c:v>
                </c:pt>
                <c:pt idx="527">
                  <c:v>44972</c:v>
                </c:pt>
                <c:pt idx="528">
                  <c:v>44973</c:v>
                </c:pt>
                <c:pt idx="529">
                  <c:v>44974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44986</c:v>
                </c:pt>
                <c:pt idx="537">
                  <c:v>44987</c:v>
                </c:pt>
                <c:pt idx="538">
                  <c:v>44988</c:v>
                </c:pt>
                <c:pt idx="539">
                  <c:v>44991</c:v>
                </c:pt>
                <c:pt idx="540">
                  <c:v>44992</c:v>
                </c:pt>
                <c:pt idx="541">
                  <c:v>44993</c:v>
                </c:pt>
                <c:pt idx="542">
                  <c:v>44994</c:v>
                </c:pt>
                <c:pt idx="543">
                  <c:v>44995</c:v>
                </c:pt>
                <c:pt idx="544">
                  <c:v>44998</c:v>
                </c:pt>
                <c:pt idx="545">
                  <c:v>44999</c:v>
                </c:pt>
                <c:pt idx="546">
                  <c:v>45000</c:v>
                </c:pt>
                <c:pt idx="547">
                  <c:v>45001</c:v>
                </c:pt>
                <c:pt idx="548">
                  <c:v>45002</c:v>
                </c:pt>
                <c:pt idx="549">
                  <c:v>45005</c:v>
                </c:pt>
                <c:pt idx="550">
                  <c:v>45006</c:v>
                </c:pt>
                <c:pt idx="551">
                  <c:v>45007</c:v>
                </c:pt>
                <c:pt idx="552">
                  <c:v>45008</c:v>
                </c:pt>
                <c:pt idx="553">
                  <c:v>45009</c:v>
                </c:pt>
                <c:pt idx="554">
                  <c:v>45012</c:v>
                </c:pt>
                <c:pt idx="555">
                  <c:v>45013</c:v>
                </c:pt>
                <c:pt idx="556">
                  <c:v>45014</c:v>
                </c:pt>
                <c:pt idx="557">
                  <c:v>45015</c:v>
                </c:pt>
                <c:pt idx="558">
                  <c:v>45016</c:v>
                </c:pt>
                <c:pt idx="559">
                  <c:v>45019</c:v>
                </c:pt>
                <c:pt idx="560">
                  <c:v>45020</c:v>
                </c:pt>
                <c:pt idx="561">
                  <c:v>45021</c:v>
                </c:pt>
                <c:pt idx="562">
                  <c:v>45022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45047</c:v>
                </c:pt>
                <c:pt idx="579">
                  <c:v>45048</c:v>
                </c:pt>
                <c:pt idx="580">
                  <c:v>45049</c:v>
                </c:pt>
                <c:pt idx="581">
                  <c:v>45050</c:v>
                </c:pt>
                <c:pt idx="582">
                  <c:v>45051</c:v>
                </c:pt>
                <c:pt idx="583">
                  <c:v>45054</c:v>
                </c:pt>
                <c:pt idx="584">
                  <c:v>45055</c:v>
                </c:pt>
                <c:pt idx="585">
                  <c:v>45056</c:v>
                </c:pt>
                <c:pt idx="586">
                  <c:v>45057</c:v>
                </c:pt>
                <c:pt idx="587">
                  <c:v>45058</c:v>
                </c:pt>
                <c:pt idx="588">
                  <c:v>45061</c:v>
                </c:pt>
                <c:pt idx="589">
                  <c:v>45062</c:v>
                </c:pt>
                <c:pt idx="590">
                  <c:v>45063</c:v>
                </c:pt>
                <c:pt idx="591">
                  <c:v>45064</c:v>
                </c:pt>
                <c:pt idx="592">
                  <c:v>45065</c:v>
                </c:pt>
                <c:pt idx="593">
                  <c:v>45069</c:v>
                </c:pt>
                <c:pt idx="594">
                  <c:v>45070</c:v>
                </c:pt>
                <c:pt idx="595">
                  <c:v>45071</c:v>
                </c:pt>
                <c:pt idx="596">
                  <c:v>45072</c:v>
                </c:pt>
                <c:pt idx="597">
                  <c:v>45075</c:v>
                </c:pt>
                <c:pt idx="598">
                  <c:v>45076</c:v>
                </c:pt>
                <c:pt idx="599">
                  <c:v>45077</c:v>
                </c:pt>
                <c:pt idx="600">
                  <c:v>45078</c:v>
                </c:pt>
                <c:pt idx="601">
                  <c:v>45079</c:v>
                </c:pt>
                <c:pt idx="602">
                  <c:v>45082</c:v>
                </c:pt>
                <c:pt idx="603">
                  <c:v>45083</c:v>
                </c:pt>
                <c:pt idx="604">
                  <c:v>45084</c:v>
                </c:pt>
                <c:pt idx="605">
                  <c:v>45085</c:v>
                </c:pt>
                <c:pt idx="606">
                  <c:v>45086</c:v>
                </c:pt>
                <c:pt idx="607">
                  <c:v>45089</c:v>
                </c:pt>
                <c:pt idx="608">
                  <c:v>45090</c:v>
                </c:pt>
                <c:pt idx="609">
                  <c:v>45091</c:v>
                </c:pt>
                <c:pt idx="610">
                  <c:v>45092</c:v>
                </c:pt>
                <c:pt idx="611">
                  <c:v>45093</c:v>
                </c:pt>
                <c:pt idx="612">
                  <c:v>45096</c:v>
                </c:pt>
                <c:pt idx="613">
                  <c:v>45097</c:v>
                </c:pt>
                <c:pt idx="614">
                  <c:v>45098</c:v>
                </c:pt>
                <c:pt idx="615">
                  <c:v>45099</c:v>
                </c:pt>
                <c:pt idx="616">
                  <c:v>45100</c:v>
                </c:pt>
                <c:pt idx="617">
                  <c:v>45103</c:v>
                </c:pt>
                <c:pt idx="618">
                  <c:v>45104</c:v>
                </c:pt>
                <c:pt idx="619">
                  <c:v>45105</c:v>
                </c:pt>
                <c:pt idx="620">
                  <c:v>45106</c:v>
                </c:pt>
                <c:pt idx="621">
                  <c:v>45107</c:v>
                </c:pt>
                <c:pt idx="622">
                  <c:v>45111</c:v>
                </c:pt>
                <c:pt idx="623">
                  <c:v>45112</c:v>
                </c:pt>
                <c:pt idx="624">
                  <c:v>45113</c:v>
                </c:pt>
                <c:pt idx="625">
                  <c:v>45114</c:v>
                </c:pt>
                <c:pt idx="626">
                  <c:v>45117</c:v>
                </c:pt>
                <c:pt idx="627">
                  <c:v>45118</c:v>
                </c:pt>
                <c:pt idx="628">
                  <c:v>45119</c:v>
                </c:pt>
                <c:pt idx="629">
                  <c:v>45120</c:v>
                </c:pt>
                <c:pt idx="630">
                  <c:v>45121</c:v>
                </c:pt>
                <c:pt idx="631">
                  <c:v>45124</c:v>
                </c:pt>
                <c:pt idx="632">
                  <c:v>45125</c:v>
                </c:pt>
                <c:pt idx="633">
                  <c:v>45126</c:v>
                </c:pt>
                <c:pt idx="634">
                  <c:v>45127</c:v>
                </c:pt>
                <c:pt idx="635">
                  <c:v>45128</c:v>
                </c:pt>
                <c:pt idx="636">
                  <c:v>45131</c:v>
                </c:pt>
                <c:pt idx="637">
                  <c:v>45132</c:v>
                </c:pt>
                <c:pt idx="638">
                  <c:v>45133</c:v>
                </c:pt>
                <c:pt idx="639">
                  <c:v>45134</c:v>
                </c:pt>
                <c:pt idx="640">
                  <c:v>45135</c:v>
                </c:pt>
                <c:pt idx="641">
                  <c:v>45138</c:v>
                </c:pt>
                <c:pt idx="642">
                  <c:v>45139</c:v>
                </c:pt>
                <c:pt idx="643">
                  <c:v>45140</c:v>
                </c:pt>
                <c:pt idx="644">
                  <c:v>45141</c:v>
                </c:pt>
                <c:pt idx="645">
                  <c:v>45142</c:v>
                </c:pt>
                <c:pt idx="646">
                  <c:v>45146</c:v>
                </c:pt>
                <c:pt idx="647">
                  <c:v>45147</c:v>
                </c:pt>
                <c:pt idx="648">
                  <c:v>45148</c:v>
                </c:pt>
                <c:pt idx="649">
                  <c:v>45149</c:v>
                </c:pt>
                <c:pt idx="650">
                  <c:v>45152</c:v>
                </c:pt>
                <c:pt idx="651">
                  <c:v>45153</c:v>
                </c:pt>
                <c:pt idx="652">
                  <c:v>45154</c:v>
                </c:pt>
                <c:pt idx="653">
                  <c:v>45155</c:v>
                </c:pt>
                <c:pt idx="654">
                  <c:v>45156</c:v>
                </c:pt>
                <c:pt idx="655">
                  <c:v>45159</c:v>
                </c:pt>
                <c:pt idx="656">
                  <c:v>45160</c:v>
                </c:pt>
                <c:pt idx="657">
                  <c:v>45161</c:v>
                </c:pt>
                <c:pt idx="658">
                  <c:v>45162</c:v>
                </c:pt>
                <c:pt idx="659">
                  <c:v>45163</c:v>
                </c:pt>
                <c:pt idx="660">
                  <c:v>45166</c:v>
                </c:pt>
                <c:pt idx="661">
                  <c:v>45167</c:v>
                </c:pt>
                <c:pt idx="662">
                  <c:v>45168</c:v>
                </c:pt>
                <c:pt idx="663">
                  <c:v>45169</c:v>
                </c:pt>
                <c:pt idx="664">
                  <c:v>45170</c:v>
                </c:pt>
                <c:pt idx="665">
                  <c:v>45174</c:v>
                </c:pt>
                <c:pt idx="666">
                  <c:v>45175</c:v>
                </c:pt>
                <c:pt idx="667">
                  <c:v>45176</c:v>
                </c:pt>
                <c:pt idx="668">
                  <c:v>45177</c:v>
                </c:pt>
              </c:numCache>
            </c:numRef>
          </c:cat>
          <c:val>
            <c:numRef>
              <c:f>'ATZ Stock Price'!$C$2:$C$670</c:f>
              <c:numCache>
                <c:formatCode>General</c:formatCode>
                <c:ptCount val="669"/>
                <c:pt idx="0">
                  <c:v>24.959999</c:v>
                </c:pt>
                <c:pt idx="1">
                  <c:v>24.790001</c:v>
                </c:pt>
                <c:pt idx="2">
                  <c:v>24.9</c:v>
                </c:pt>
                <c:pt idx="3">
                  <c:v>26.01</c:v>
                </c:pt>
                <c:pt idx="4">
                  <c:v>26.379999000000002</c:v>
                </c:pt>
                <c:pt idx="5">
                  <c:v>27.1</c:v>
                </c:pt>
                <c:pt idx="6">
                  <c:v>27.690000999999999</c:v>
                </c:pt>
                <c:pt idx="7">
                  <c:v>28.07</c:v>
                </c:pt>
                <c:pt idx="8">
                  <c:v>27.870000999999998</c:v>
                </c:pt>
                <c:pt idx="9">
                  <c:v>27.530000999999999</c:v>
                </c:pt>
                <c:pt idx="10">
                  <c:v>28.049999</c:v>
                </c:pt>
                <c:pt idx="11">
                  <c:v>27.91</c:v>
                </c:pt>
                <c:pt idx="12">
                  <c:v>27.23</c:v>
                </c:pt>
                <c:pt idx="13">
                  <c:v>27.73</c:v>
                </c:pt>
                <c:pt idx="14">
                  <c:v>26.6</c:v>
                </c:pt>
                <c:pt idx="15">
                  <c:v>26.98</c:v>
                </c:pt>
                <c:pt idx="16">
                  <c:v>27.440000999999999</c:v>
                </c:pt>
                <c:pt idx="17">
                  <c:v>27.59</c:v>
                </c:pt>
                <c:pt idx="18">
                  <c:v>28.58</c:v>
                </c:pt>
                <c:pt idx="19">
                  <c:v>29.309999000000001</c:v>
                </c:pt>
                <c:pt idx="20">
                  <c:v>29.02</c:v>
                </c:pt>
                <c:pt idx="21">
                  <c:v>29.23</c:v>
                </c:pt>
                <c:pt idx="22">
                  <c:v>28.91</c:v>
                </c:pt>
                <c:pt idx="23">
                  <c:v>28.68</c:v>
                </c:pt>
                <c:pt idx="24">
                  <c:v>28.32</c:v>
                </c:pt>
                <c:pt idx="25">
                  <c:v>28.34</c:v>
                </c:pt>
                <c:pt idx="26">
                  <c:v>28.09</c:v>
                </c:pt>
                <c:pt idx="27">
                  <c:v>28.27</c:v>
                </c:pt>
                <c:pt idx="28">
                  <c:v>28.91</c:v>
                </c:pt>
                <c:pt idx="29">
                  <c:v>29.200001</c:v>
                </c:pt>
                <c:pt idx="30">
                  <c:v>29.91</c:v>
                </c:pt>
                <c:pt idx="31">
                  <c:v>30.040001</c:v>
                </c:pt>
                <c:pt idx="32">
                  <c:v>29.620000999999998</c:v>
                </c:pt>
                <c:pt idx="33">
                  <c:v>29.99</c:v>
                </c:pt>
                <c:pt idx="34">
                  <c:v>30.65</c:v>
                </c:pt>
                <c:pt idx="35">
                  <c:v>30.76</c:v>
                </c:pt>
                <c:pt idx="36">
                  <c:v>31.889999</c:v>
                </c:pt>
                <c:pt idx="37">
                  <c:v>30.91</c:v>
                </c:pt>
                <c:pt idx="38">
                  <c:v>30.58</c:v>
                </c:pt>
                <c:pt idx="39">
                  <c:v>30.969999000000001</c:v>
                </c:pt>
                <c:pt idx="40">
                  <c:v>31.799999</c:v>
                </c:pt>
                <c:pt idx="41">
                  <c:v>31.139999</c:v>
                </c:pt>
                <c:pt idx="42">
                  <c:v>31.389999</c:v>
                </c:pt>
                <c:pt idx="43">
                  <c:v>31.139999</c:v>
                </c:pt>
                <c:pt idx="44">
                  <c:v>30.940000999999999</c:v>
                </c:pt>
                <c:pt idx="45">
                  <c:v>30.84</c:v>
                </c:pt>
                <c:pt idx="46">
                  <c:v>30.459999</c:v>
                </c:pt>
                <c:pt idx="47">
                  <c:v>29.799999</c:v>
                </c:pt>
                <c:pt idx="48">
                  <c:v>30.84</c:v>
                </c:pt>
                <c:pt idx="49">
                  <c:v>30.85</c:v>
                </c:pt>
                <c:pt idx="50">
                  <c:v>30.18</c:v>
                </c:pt>
                <c:pt idx="51">
                  <c:v>29.690000999999999</c:v>
                </c:pt>
                <c:pt idx="52">
                  <c:v>29.559999000000001</c:v>
                </c:pt>
                <c:pt idx="53">
                  <c:v>29.76</c:v>
                </c:pt>
                <c:pt idx="54">
                  <c:v>29.57</c:v>
                </c:pt>
                <c:pt idx="55">
                  <c:v>29.52</c:v>
                </c:pt>
                <c:pt idx="56">
                  <c:v>29.200001</c:v>
                </c:pt>
                <c:pt idx="57">
                  <c:v>31.219999000000001</c:v>
                </c:pt>
                <c:pt idx="58">
                  <c:v>30.700001</c:v>
                </c:pt>
                <c:pt idx="59">
                  <c:v>31.540001</c:v>
                </c:pt>
                <c:pt idx="60">
                  <c:v>31.16</c:v>
                </c:pt>
                <c:pt idx="61">
                  <c:v>31.219999000000001</c:v>
                </c:pt>
                <c:pt idx="62">
                  <c:v>31.5</c:v>
                </c:pt>
                <c:pt idx="63">
                  <c:v>31.82</c:v>
                </c:pt>
                <c:pt idx="64">
                  <c:v>31.469999000000001</c:v>
                </c:pt>
                <c:pt idx="65">
                  <c:v>31.780000999999999</c:v>
                </c:pt>
                <c:pt idx="66">
                  <c:v>31.200001</c:v>
                </c:pt>
                <c:pt idx="67">
                  <c:v>31.6</c:v>
                </c:pt>
                <c:pt idx="68">
                  <c:v>30.93</c:v>
                </c:pt>
                <c:pt idx="69">
                  <c:v>30.59</c:v>
                </c:pt>
                <c:pt idx="70">
                  <c:v>30.620000999999998</c:v>
                </c:pt>
                <c:pt idx="71">
                  <c:v>30.75</c:v>
                </c:pt>
                <c:pt idx="72">
                  <c:v>30.959999</c:v>
                </c:pt>
                <c:pt idx="73">
                  <c:v>31.709999</c:v>
                </c:pt>
                <c:pt idx="74">
                  <c:v>31.389999</c:v>
                </c:pt>
                <c:pt idx="75">
                  <c:v>31.99</c:v>
                </c:pt>
                <c:pt idx="76">
                  <c:v>31.15</c:v>
                </c:pt>
                <c:pt idx="77">
                  <c:v>30.67</c:v>
                </c:pt>
                <c:pt idx="78">
                  <c:v>31.129999000000002</c:v>
                </c:pt>
                <c:pt idx="79">
                  <c:v>30.5</c:v>
                </c:pt>
                <c:pt idx="80">
                  <c:v>31.549999</c:v>
                </c:pt>
                <c:pt idx="81">
                  <c:v>31.059999000000001</c:v>
                </c:pt>
                <c:pt idx="82">
                  <c:v>31.57</c:v>
                </c:pt>
                <c:pt idx="83">
                  <c:v>31.68</c:v>
                </c:pt>
                <c:pt idx="84">
                  <c:v>30.26</c:v>
                </c:pt>
                <c:pt idx="85">
                  <c:v>30.549999</c:v>
                </c:pt>
                <c:pt idx="86">
                  <c:v>30.98</c:v>
                </c:pt>
                <c:pt idx="87">
                  <c:v>30</c:v>
                </c:pt>
                <c:pt idx="88">
                  <c:v>29.950001</c:v>
                </c:pt>
                <c:pt idx="89">
                  <c:v>30.34</c:v>
                </c:pt>
                <c:pt idx="90">
                  <c:v>30.24</c:v>
                </c:pt>
                <c:pt idx="91">
                  <c:v>30.200001</c:v>
                </c:pt>
                <c:pt idx="92">
                  <c:v>29.950001</c:v>
                </c:pt>
                <c:pt idx="93">
                  <c:v>29.469999000000001</c:v>
                </c:pt>
                <c:pt idx="94">
                  <c:v>29.870000999999998</c:v>
                </c:pt>
                <c:pt idx="95">
                  <c:v>30.129999000000002</c:v>
                </c:pt>
                <c:pt idx="96">
                  <c:v>29.75</c:v>
                </c:pt>
                <c:pt idx="97">
                  <c:v>29.49</c:v>
                </c:pt>
                <c:pt idx="98">
                  <c:v>29.51</c:v>
                </c:pt>
                <c:pt idx="99">
                  <c:v>29.059999000000001</c:v>
                </c:pt>
                <c:pt idx="100">
                  <c:v>28.889999</c:v>
                </c:pt>
                <c:pt idx="101">
                  <c:v>30.09</c:v>
                </c:pt>
                <c:pt idx="102">
                  <c:v>30.34</c:v>
                </c:pt>
                <c:pt idx="103">
                  <c:v>31.790001</c:v>
                </c:pt>
                <c:pt idx="104">
                  <c:v>32.25</c:v>
                </c:pt>
                <c:pt idx="105">
                  <c:v>32.409999999999997</c:v>
                </c:pt>
                <c:pt idx="106">
                  <c:v>33.209999000000003</c:v>
                </c:pt>
                <c:pt idx="107">
                  <c:v>33.400002000000001</c:v>
                </c:pt>
                <c:pt idx="108">
                  <c:v>33.889999000000003</c:v>
                </c:pt>
                <c:pt idx="109">
                  <c:v>34.43</c:v>
                </c:pt>
                <c:pt idx="110">
                  <c:v>35.380001</c:v>
                </c:pt>
                <c:pt idx="111">
                  <c:v>35.200001</c:v>
                </c:pt>
                <c:pt idx="112">
                  <c:v>35.639999000000003</c:v>
                </c:pt>
                <c:pt idx="113">
                  <c:v>36.340000000000003</c:v>
                </c:pt>
                <c:pt idx="114">
                  <c:v>36.209999000000003</c:v>
                </c:pt>
                <c:pt idx="115">
                  <c:v>36</c:v>
                </c:pt>
                <c:pt idx="116">
                  <c:v>36</c:v>
                </c:pt>
                <c:pt idx="117">
                  <c:v>36.150002000000001</c:v>
                </c:pt>
                <c:pt idx="118">
                  <c:v>36.889999000000003</c:v>
                </c:pt>
                <c:pt idx="119">
                  <c:v>37.080002</c:v>
                </c:pt>
                <c:pt idx="120">
                  <c:v>37.470001000000003</c:v>
                </c:pt>
                <c:pt idx="121">
                  <c:v>36.509998000000003</c:v>
                </c:pt>
                <c:pt idx="122">
                  <c:v>37.220001000000003</c:v>
                </c:pt>
                <c:pt idx="123">
                  <c:v>36.939999</c:v>
                </c:pt>
                <c:pt idx="124">
                  <c:v>35.880001</c:v>
                </c:pt>
                <c:pt idx="125">
                  <c:v>36.290000999999997</c:v>
                </c:pt>
                <c:pt idx="126">
                  <c:v>36.590000000000003</c:v>
                </c:pt>
                <c:pt idx="127">
                  <c:v>37.380001</c:v>
                </c:pt>
                <c:pt idx="128">
                  <c:v>35.630001</c:v>
                </c:pt>
                <c:pt idx="129">
                  <c:v>35.150002000000001</c:v>
                </c:pt>
                <c:pt idx="130">
                  <c:v>34.049999</c:v>
                </c:pt>
                <c:pt idx="131">
                  <c:v>34.520000000000003</c:v>
                </c:pt>
                <c:pt idx="132">
                  <c:v>35.220001000000003</c:v>
                </c:pt>
                <c:pt idx="133">
                  <c:v>35.580002</c:v>
                </c:pt>
                <c:pt idx="134">
                  <c:v>35.849997999999999</c:v>
                </c:pt>
                <c:pt idx="135">
                  <c:v>36.400002000000001</c:v>
                </c:pt>
                <c:pt idx="136">
                  <c:v>36.659999999999997</c:v>
                </c:pt>
                <c:pt idx="137">
                  <c:v>36.439999</c:v>
                </c:pt>
                <c:pt idx="138">
                  <c:v>35.900002000000001</c:v>
                </c:pt>
                <c:pt idx="139">
                  <c:v>36.240001999999997</c:v>
                </c:pt>
                <c:pt idx="140">
                  <c:v>36.590000000000003</c:v>
                </c:pt>
                <c:pt idx="141">
                  <c:v>35.75</c:v>
                </c:pt>
                <c:pt idx="142">
                  <c:v>35.549999</c:v>
                </c:pt>
                <c:pt idx="143">
                  <c:v>36.25</c:v>
                </c:pt>
                <c:pt idx="144">
                  <c:v>37.080002</c:v>
                </c:pt>
                <c:pt idx="145">
                  <c:v>37.909999999999997</c:v>
                </c:pt>
                <c:pt idx="146">
                  <c:v>39.25</c:v>
                </c:pt>
                <c:pt idx="147">
                  <c:v>39.619999</c:v>
                </c:pt>
                <c:pt idx="148">
                  <c:v>39.779998999999997</c:v>
                </c:pt>
                <c:pt idx="149">
                  <c:v>39.189999</c:v>
                </c:pt>
                <c:pt idx="150">
                  <c:v>39.290000999999997</c:v>
                </c:pt>
                <c:pt idx="151">
                  <c:v>38.849997999999999</c:v>
                </c:pt>
                <c:pt idx="152">
                  <c:v>39.389999000000003</c:v>
                </c:pt>
                <c:pt idx="153">
                  <c:v>38.650002000000001</c:v>
                </c:pt>
                <c:pt idx="154">
                  <c:v>39.279998999999997</c:v>
                </c:pt>
                <c:pt idx="155">
                  <c:v>40.220001000000003</c:v>
                </c:pt>
                <c:pt idx="156">
                  <c:v>40.520000000000003</c:v>
                </c:pt>
                <c:pt idx="157">
                  <c:v>40.369999</c:v>
                </c:pt>
                <c:pt idx="158">
                  <c:v>39.619999</c:v>
                </c:pt>
                <c:pt idx="159">
                  <c:v>40</c:v>
                </c:pt>
                <c:pt idx="160">
                  <c:v>41.009998000000003</c:v>
                </c:pt>
                <c:pt idx="161">
                  <c:v>41.23</c:v>
                </c:pt>
                <c:pt idx="162">
                  <c:v>41.279998999999997</c:v>
                </c:pt>
                <c:pt idx="163">
                  <c:v>40.770000000000003</c:v>
                </c:pt>
                <c:pt idx="164">
                  <c:v>40.659999999999997</c:v>
                </c:pt>
                <c:pt idx="165">
                  <c:v>40.75</c:v>
                </c:pt>
                <c:pt idx="166">
                  <c:v>40.68</c:v>
                </c:pt>
                <c:pt idx="167">
                  <c:v>41.07</c:v>
                </c:pt>
                <c:pt idx="168">
                  <c:v>41.720001000000003</c:v>
                </c:pt>
                <c:pt idx="169">
                  <c:v>41.57</c:v>
                </c:pt>
                <c:pt idx="170">
                  <c:v>42.009998000000003</c:v>
                </c:pt>
                <c:pt idx="171">
                  <c:v>42.259998000000003</c:v>
                </c:pt>
                <c:pt idx="172">
                  <c:v>43.110000999999997</c:v>
                </c:pt>
                <c:pt idx="173">
                  <c:v>42.5</c:v>
                </c:pt>
                <c:pt idx="174">
                  <c:v>41.98</c:v>
                </c:pt>
                <c:pt idx="175">
                  <c:v>42.25</c:v>
                </c:pt>
                <c:pt idx="176">
                  <c:v>42.830002</c:v>
                </c:pt>
                <c:pt idx="177">
                  <c:v>42.880001</c:v>
                </c:pt>
                <c:pt idx="178">
                  <c:v>42.610000999999997</c:v>
                </c:pt>
                <c:pt idx="179">
                  <c:v>42.75</c:v>
                </c:pt>
                <c:pt idx="180">
                  <c:v>42.27</c:v>
                </c:pt>
                <c:pt idx="181">
                  <c:v>40.869999</c:v>
                </c:pt>
                <c:pt idx="182">
                  <c:v>40.32</c:v>
                </c:pt>
                <c:pt idx="183">
                  <c:v>40.810001</c:v>
                </c:pt>
                <c:pt idx="184">
                  <c:v>40.830002</c:v>
                </c:pt>
                <c:pt idx="185">
                  <c:v>41.529998999999997</c:v>
                </c:pt>
                <c:pt idx="186">
                  <c:v>41.580002</c:v>
                </c:pt>
                <c:pt idx="187">
                  <c:v>42.02</c:v>
                </c:pt>
                <c:pt idx="188">
                  <c:v>42.150002000000001</c:v>
                </c:pt>
                <c:pt idx="189">
                  <c:v>40.130001</c:v>
                </c:pt>
                <c:pt idx="190">
                  <c:v>40.540000999999997</c:v>
                </c:pt>
                <c:pt idx="191">
                  <c:v>47.5</c:v>
                </c:pt>
                <c:pt idx="192">
                  <c:v>48.23</c:v>
                </c:pt>
                <c:pt idx="193">
                  <c:v>50.32</c:v>
                </c:pt>
                <c:pt idx="194">
                  <c:v>49.66</c:v>
                </c:pt>
                <c:pt idx="195">
                  <c:v>49.5</c:v>
                </c:pt>
                <c:pt idx="196">
                  <c:v>49.439999</c:v>
                </c:pt>
                <c:pt idx="197">
                  <c:v>49.59</c:v>
                </c:pt>
                <c:pt idx="198">
                  <c:v>49.290000999999997</c:v>
                </c:pt>
                <c:pt idx="199">
                  <c:v>48.450001</c:v>
                </c:pt>
                <c:pt idx="200">
                  <c:v>48.43</c:v>
                </c:pt>
                <c:pt idx="201">
                  <c:v>49.220001000000003</c:v>
                </c:pt>
                <c:pt idx="202">
                  <c:v>48.740001999999997</c:v>
                </c:pt>
                <c:pt idx="203">
                  <c:v>49.43</c:v>
                </c:pt>
                <c:pt idx="204">
                  <c:v>49.32</c:v>
                </c:pt>
                <c:pt idx="205">
                  <c:v>48.720001000000003</c:v>
                </c:pt>
                <c:pt idx="206">
                  <c:v>48.799999</c:v>
                </c:pt>
                <c:pt idx="207">
                  <c:v>49.119999</c:v>
                </c:pt>
                <c:pt idx="208">
                  <c:v>49.119999</c:v>
                </c:pt>
                <c:pt idx="209">
                  <c:v>51.07</c:v>
                </c:pt>
                <c:pt idx="210">
                  <c:v>50.709999000000003</c:v>
                </c:pt>
                <c:pt idx="211">
                  <c:v>51.450001</c:v>
                </c:pt>
                <c:pt idx="212">
                  <c:v>52.459999000000003</c:v>
                </c:pt>
                <c:pt idx="213">
                  <c:v>52.900002000000001</c:v>
                </c:pt>
                <c:pt idx="214">
                  <c:v>52.639999000000003</c:v>
                </c:pt>
                <c:pt idx="215">
                  <c:v>51.869999</c:v>
                </c:pt>
                <c:pt idx="216">
                  <c:v>52.709999000000003</c:v>
                </c:pt>
                <c:pt idx="217">
                  <c:v>52.650002000000001</c:v>
                </c:pt>
                <c:pt idx="218">
                  <c:v>52.110000999999997</c:v>
                </c:pt>
                <c:pt idx="219">
                  <c:v>51.790000999999997</c:v>
                </c:pt>
                <c:pt idx="220">
                  <c:v>51.75</c:v>
                </c:pt>
                <c:pt idx="221">
                  <c:v>51.580002</c:v>
                </c:pt>
                <c:pt idx="222">
                  <c:v>50.529998999999997</c:v>
                </c:pt>
                <c:pt idx="223">
                  <c:v>51.700001</c:v>
                </c:pt>
                <c:pt idx="224">
                  <c:v>50.619999</c:v>
                </c:pt>
                <c:pt idx="225">
                  <c:v>49.810001</c:v>
                </c:pt>
                <c:pt idx="226">
                  <c:v>50.150002000000001</c:v>
                </c:pt>
                <c:pt idx="227">
                  <c:v>49.220001000000003</c:v>
                </c:pt>
                <c:pt idx="228">
                  <c:v>49.919998</c:v>
                </c:pt>
                <c:pt idx="229">
                  <c:v>51.759998000000003</c:v>
                </c:pt>
                <c:pt idx="230">
                  <c:v>51.389999000000003</c:v>
                </c:pt>
                <c:pt idx="231">
                  <c:v>50.919998</c:v>
                </c:pt>
                <c:pt idx="232">
                  <c:v>51.299999</c:v>
                </c:pt>
                <c:pt idx="233">
                  <c:v>50.41</c:v>
                </c:pt>
                <c:pt idx="234">
                  <c:v>49.84</c:v>
                </c:pt>
                <c:pt idx="235">
                  <c:v>50.450001</c:v>
                </c:pt>
                <c:pt idx="236">
                  <c:v>50.73</c:v>
                </c:pt>
                <c:pt idx="237">
                  <c:v>49.75</c:v>
                </c:pt>
                <c:pt idx="238">
                  <c:v>49.139999000000003</c:v>
                </c:pt>
                <c:pt idx="239">
                  <c:v>49.860000999999997</c:v>
                </c:pt>
                <c:pt idx="240">
                  <c:v>50.279998999999997</c:v>
                </c:pt>
                <c:pt idx="241">
                  <c:v>50.400002000000001</c:v>
                </c:pt>
                <c:pt idx="242">
                  <c:v>50.549999</c:v>
                </c:pt>
                <c:pt idx="243">
                  <c:v>51.639999000000003</c:v>
                </c:pt>
                <c:pt idx="244">
                  <c:v>52.200001</c:v>
                </c:pt>
                <c:pt idx="245">
                  <c:v>52.349997999999999</c:v>
                </c:pt>
                <c:pt idx="246">
                  <c:v>52.880001</c:v>
                </c:pt>
                <c:pt idx="247">
                  <c:v>51.150002000000001</c:v>
                </c:pt>
                <c:pt idx="248">
                  <c:v>51.18</c:v>
                </c:pt>
                <c:pt idx="249">
                  <c:v>50.310001</c:v>
                </c:pt>
                <c:pt idx="250">
                  <c:v>48.040000999999997</c:v>
                </c:pt>
                <c:pt idx="251">
                  <c:v>50.040000999999997</c:v>
                </c:pt>
                <c:pt idx="252">
                  <c:v>49.509998000000003</c:v>
                </c:pt>
                <c:pt idx="253">
                  <c:v>58.869999</c:v>
                </c:pt>
                <c:pt idx="254">
                  <c:v>59.75</c:v>
                </c:pt>
                <c:pt idx="255">
                  <c:v>58.549999</c:v>
                </c:pt>
                <c:pt idx="256">
                  <c:v>57.720001000000003</c:v>
                </c:pt>
                <c:pt idx="257">
                  <c:v>57.580002</c:v>
                </c:pt>
                <c:pt idx="258">
                  <c:v>55.330002</c:v>
                </c:pt>
                <c:pt idx="259">
                  <c:v>54.48</c:v>
                </c:pt>
                <c:pt idx="260">
                  <c:v>53.880001</c:v>
                </c:pt>
                <c:pt idx="261">
                  <c:v>55.310001</c:v>
                </c:pt>
                <c:pt idx="262">
                  <c:v>56.98</c:v>
                </c:pt>
                <c:pt idx="263">
                  <c:v>56.889999000000003</c:v>
                </c:pt>
                <c:pt idx="264">
                  <c:v>58.130001</c:v>
                </c:pt>
                <c:pt idx="265">
                  <c:v>58.970001000000003</c:v>
                </c:pt>
                <c:pt idx="266">
                  <c:v>57.509998000000003</c:v>
                </c:pt>
                <c:pt idx="267">
                  <c:v>57.490001999999997</c:v>
                </c:pt>
                <c:pt idx="268">
                  <c:v>57.73</c:v>
                </c:pt>
                <c:pt idx="269">
                  <c:v>57.75</c:v>
                </c:pt>
                <c:pt idx="270">
                  <c:v>58.360000999999997</c:v>
                </c:pt>
                <c:pt idx="271">
                  <c:v>57.619999</c:v>
                </c:pt>
                <c:pt idx="272">
                  <c:v>57.93</c:v>
                </c:pt>
                <c:pt idx="273">
                  <c:v>57.689999</c:v>
                </c:pt>
                <c:pt idx="274">
                  <c:v>55.93</c:v>
                </c:pt>
                <c:pt idx="275">
                  <c:v>56.099997999999999</c:v>
                </c:pt>
                <c:pt idx="276">
                  <c:v>56.189999</c:v>
                </c:pt>
                <c:pt idx="277">
                  <c:v>56.119999</c:v>
                </c:pt>
                <c:pt idx="278">
                  <c:v>55.43</c:v>
                </c:pt>
                <c:pt idx="279">
                  <c:v>54.16</c:v>
                </c:pt>
                <c:pt idx="280">
                  <c:v>53.360000999999997</c:v>
                </c:pt>
                <c:pt idx="281">
                  <c:v>49.43</c:v>
                </c:pt>
                <c:pt idx="282">
                  <c:v>48.549999</c:v>
                </c:pt>
                <c:pt idx="283">
                  <c:v>49.279998999999997</c:v>
                </c:pt>
                <c:pt idx="284">
                  <c:v>48.189999</c:v>
                </c:pt>
                <c:pt idx="285">
                  <c:v>46.650002000000001</c:v>
                </c:pt>
                <c:pt idx="286">
                  <c:v>47.220001000000003</c:v>
                </c:pt>
                <c:pt idx="287">
                  <c:v>45.759998000000003</c:v>
                </c:pt>
                <c:pt idx="288">
                  <c:v>44.349997999999999</c:v>
                </c:pt>
                <c:pt idx="289">
                  <c:v>42.09</c:v>
                </c:pt>
                <c:pt idx="290">
                  <c:v>42</c:v>
                </c:pt>
                <c:pt idx="291">
                  <c:v>45.389999000000003</c:v>
                </c:pt>
                <c:pt idx="292">
                  <c:v>45.099997999999999</c:v>
                </c:pt>
                <c:pt idx="293">
                  <c:v>43.450001</c:v>
                </c:pt>
                <c:pt idx="294">
                  <c:v>45</c:v>
                </c:pt>
                <c:pt idx="295">
                  <c:v>45.490001999999997</c:v>
                </c:pt>
                <c:pt idx="296">
                  <c:v>47.540000999999997</c:v>
                </c:pt>
                <c:pt idx="297">
                  <c:v>47.650002000000001</c:v>
                </c:pt>
                <c:pt idx="298">
                  <c:v>49.25</c:v>
                </c:pt>
                <c:pt idx="299">
                  <c:v>48.52</c:v>
                </c:pt>
                <c:pt idx="300">
                  <c:v>49.990001999999997</c:v>
                </c:pt>
                <c:pt idx="301">
                  <c:v>49.27</c:v>
                </c:pt>
                <c:pt idx="302">
                  <c:v>49.09</c:v>
                </c:pt>
                <c:pt idx="303">
                  <c:v>47.799999</c:v>
                </c:pt>
                <c:pt idx="304">
                  <c:v>47.650002000000001</c:v>
                </c:pt>
                <c:pt idx="305">
                  <c:v>48.779998999999997</c:v>
                </c:pt>
                <c:pt idx="306">
                  <c:v>51</c:v>
                </c:pt>
                <c:pt idx="307">
                  <c:v>51.029998999999997</c:v>
                </c:pt>
                <c:pt idx="308">
                  <c:v>47.599997999999999</c:v>
                </c:pt>
                <c:pt idx="309">
                  <c:v>48.759998000000003</c:v>
                </c:pt>
                <c:pt idx="310">
                  <c:v>47.18</c:v>
                </c:pt>
                <c:pt idx="311">
                  <c:v>45.66</c:v>
                </c:pt>
                <c:pt idx="312">
                  <c:v>47.040000999999997</c:v>
                </c:pt>
                <c:pt idx="313">
                  <c:v>47</c:v>
                </c:pt>
                <c:pt idx="314">
                  <c:v>45.740001999999997</c:v>
                </c:pt>
                <c:pt idx="315">
                  <c:v>45.57</c:v>
                </c:pt>
                <c:pt idx="316">
                  <c:v>45.98</c:v>
                </c:pt>
                <c:pt idx="317">
                  <c:v>44.98</c:v>
                </c:pt>
                <c:pt idx="318">
                  <c:v>45.040000999999997</c:v>
                </c:pt>
                <c:pt idx="319">
                  <c:v>47.279998999999997</c:v>
                </c:pt>
                <c:pt idx="320">
                  <c:v>47.419998</c:v>
                </c:pt>
                <c:pt idx="321">
                  <c:v>46.5</c:v>
                </c:pt>
                <c:pt idx="322">
                  <c:v>45.32</c:v>
                </c:pt>
                <c:pt idx="323">
                  <c:v>46</c:v>
                </c:pt>
                <c:pt idx="324">
                  <c:v>43.450001</c:v>
                </c:pt>
                <c:pt idx="325">
                  <c:v>44.009998000000003</c:v>
                </c:pt>
                <c:pt idx="326">
                  <c:v>44.689999</c:v>
                </c:pt>
                <c:pt idx="327">
                  <c:v>45.75</c:v>
                </c:pt>
                <c:pt idx="328">
                  <c:v>45.490001999999997</c:v>
                </c:pt>
                <c:pt idx="329">
                  <c:v>46.119999</c:v>
                </c:pt>
                <c:pt idx="330">
                  <c:v>45.869999</c:v>
                </c:pt>
                <c:pt idx="331">
                  <c:v>42.66</c:v>
                </c:pt>
                <c:pt idx="332">
                  <c:v>39.799999</c:v>
                </c:pt>
                <c:pt idx="333">
                  <c:v>37.380001</c:v>
                </c:pt>
                <c:pt idx="334">
                  <c:v>37.43</c:v>
                </c:pt>
                <c:pt idx="335">
                  <c:v>35.979999999999997</c:v>
                </c:pt>
                <c:pt idx="336">
                  <c:v>37.060001</c:v>
                </c:pt>
                <c:pt idx="337">
                  <c:v>38.540000999999997</c:v>
                </c:pt>
                <c:pt idx="338">
                  <c:v>38.389999000000003</c:v>
                </c:pt>
                <c:pt idx="339">
                  <c:v>38.860000999999997</c:v>
                </c:pt>
                <c:pt idx="340">
                  <c:v>36.659999999999997</c:v>
                </c:pt>
                <c:pt idx="341">
                  <c:v>36.93</c:v>
                </c:pt>
                <c:pt idx="342">
                  <c:v>37.700001</c:v>
                </c:pt>
                <c:pt idx="343">
                  <c:v>35.810001</c:v>
                </c:pt>
                <c:pt idx="344">
                  <c:v>35.470001000000003</c:v>
                </c:pt>
                <c:pt idx="345">
                  <c:v>36.529998999999997</c:v>
                </c:pt>
                <c:pt idx="346">
                  <c:v>37.270000000000003</c:v>
                </c:pt>
                <c:pt idx="347">
                  <c:v>37.409999999999997</c:v>
                </c:pt>
                <c:pt idx="348">
                  <c:v>36.919998</c:v>
                </c:pt>
                <c:pt idx="349">
                  <c:v>37.659999999999997</c:v>
                </c:pt>
                <c:pt idx="350">
                  <c:v>38.369999</c:v>
                </c:pt>
                <c:pt idx="351">
                  <c:v>38.209999000000003</c:v>
                </c:pt>
                <c:pt idx="352">
                  <c:v>38.610000999999997</c:v>
                </c:pt>
                <c:pt idx="353">
                  <c:v>37.43</c:v>
                </c:pt>
                <c:pt idx="354">
                  <c:v>37.299999</c:v>
                </c:pt>
                <c:pt idx="355">
                  <c:v>37.25</c:v>
                </c:pt>
                <c:pt idx="356">
                  <c:v>35.75</c:v>
                </c:pt>
                <c:pt idx="357">
                  <c:v>34.779998999999997</c:v>
                </c:pt>
                <c:pt idx="358">
                  <c:v>33.990001999999997</c:v>
                </c:pt>
                <c:pt idx="359">
                  <c:v>34.159999999999997</c:v>
                </c:pt>
                <c:pt idx="360">
                  <c:v>33.040000999999997</c:v>
                </c:pt>
                <c:pt idx="361">
                  <c:v>32.849997999999999</c:v>
                </c:pt>
                <c:pt idx="362">
                  <c:v>33.669998</c:v>
                </c:pt>
                <c:pt idx="363">
                  <c:v>33.880001</c:v>
                </c:pt>
                <c:pt idx="364">
                  <c:v>33.639999000000003</c:v>
                </c:pt>
                <c:pt idx="365">
                  <c:v>33.57</c:v>
                </c:pt>
                <c:pt idx="366">
                  <c:v>34.900002000000001</c:v>
                </c:pt>
                <c:pt idx="367">
                  <c:v>35.790000999999997</c:v>
                </c:pt>
                <c:pt idx="368">
                  <c:v>35.590000000000003</c:v>
                </c:pt>
                <c:pt idx="369">
                  <c:v>34.979999999999997</c:v>
                </c:pt>
                <c:pt idx="370">
                  <c:v>34.849997999999999</c:v>
                </c:pt>
                <c:pt idx="371">
                  <c:v>34.360000999999997</c:v>
                </c:pt>
                <c:pt idx="372">
                  <c:v>34.009998000000003</c:v>
                </c:pt>
                <c:pt idx="373">
                  <c:v>33.639999000000003</c:v>
                </c:pt>
                <c:pt idx="374">
                  <c:v>36.189999</c:v>
                </c:pt>
                <c:pt idx="375">
                  <c:v>37.700001</c:v>
                </c:pt>
                <c:pt idx="376">
                  <c:v>35.979999999999997</c:v>
                </c:pt>
                <c:pt idx="377">
                  <c:v>35.650002000000001</c:v>
                </c:pt>
                <c:pt idx="378">
                  <c:v>35.57</c:v>
                </c:pt>
                <c:pt idx="379">
                  <c:v>34.139999000000003</c:v>
                </c:pt>
                <c:pt idx="380">
                  <c:v>33.729999999999997</c:v>
                </c:pt>
                <c:pt idx="381">
                  <c:v>35.860000999999997</c:v>
                </c:pt>
                <c:pt idx="382">
                  <c:v>37.18</c:v>
                </c:pt>
                <c:pt idx="383">
                  <c:v>38.720001000000003</c:v>
                </c:pt>
                <c:pt idx="384">
                  <c:v>39.630001</c:v>
                </c:pt>
                <c:pt idx="385">
                  <c:v>38.590000000000003</c:v>
                </c:pt>
                <c:pt idx="386">
                  <c:v>38.369999</c:v>
                </c:pt>
                <c:pt idx="387">
                  <c:v>35.950001</c:v>
                </c:pt>
                <c:pt idx="388">
                  <c:v>36.389999000000003</c:v>
                </c:pt>
                <c:pt idx="389">
                  <c:v>38.639999000000003</c:v>
                </c:pt>
                <c:pt idx="390">
                  <c:v>40.400002000000001</c:v>
                </c:pt>
                <c:pt idx="391">
                  <c:v>39.099997999999999</c:v>
                </c:pt>
                <c:pt idx="392">
                  <c:v>41.150002000000001</c:v>
                </c:pt>
                <c:pt idx="393">
                  <c:v>41.150002000000001</c:v>
                </c:pt>
                <c:pt idx="394">
                  <c:v>41.43</c:v>
                </c:pt>
                <c:pt idx="395">
                  <c:v>42.639999000000003</c:v>
                </c:pt>
                <c:pt idx="396">
                  <c:v>42.419998</c:v>
                </c:pt>
                <c:pt idx="397">
                  <c:v>44.41</c:v>
                </c:pt>
                <c:pt idx="398">
                  <c:v>44.450001</c:v>
                </c:pt>
                <c:pt idx="399">
                  <c:v>44.02</c:v>
                </c:pt>
                <c:pt idx="400">
                  <c:v>44.709999000000003</c:v>
                </c:pt>
                <c:pt idx="401">
                  <c:v>45.130001</c:v>
                </c:pt>
                <c:pt idx="402">
                  <c:v>45.439999</c:v>
                </c:pt>
                <c:pt idx="403">
                  <c:v>45.880001</c:v>
                </c:pt>
                <c:pt idx="404">
                  <c:v>44.779998999999997</c:v>
                </c:pt>
                <c:pt idx="405">
                  <c:v>43.43</c:v>
                </c:pt>
                <c:pt idx="406">
                  <c:v>44.310001</c:v>
                </c:pt>
                <c:pt idx="407">
                  <c:v>44.369999</c:v>
                </c:pt>
                <c:pt idx="408">
                  <c:v>45.02</c:v>
                </c:pt>
                <c:pt idx="409">
                  <c:v>42.59</c:v>
                </c:pt>
                <c:pt idx="410">
                  <c:v>43</c:v>
                </c:pt>
                <c:pt idx="411">
                  <c:v>42.639999000000003</c:v>
                </c:pt>
                <c:pt idx="412">
                  <c:v>42.720001000000003</c:v>
                </c:pt>
                <c:pt idx="413">
                  <c:v>41.900002000000001</c:v>
                </c:pt>
                <c:pt idx="414">
                  <c:v>43.700001</c:v>
                </c:pt>
                <c:pt idx="415">
                  <c:v>42.549999</c:v>
                </c:pt>
                <c:pt idx="416">
                  <c:v>44.110000999999997</c:v>
                </c:pt>
                <c:pt idx="417">
                  <c:v>45.669998</c:v>
                </c:pt>
                <c:pt idx="418">
                  <c:v>47.669998</c:v>
                </c:pt>
                <c:pt idx="419">
                  <c:v>50.029998999999997</c:v>
                </c:pt>
                <c:pt idx="420">
                  <c:v>48.84</c:v>
                </c:pt>
                <c:pt idx="421">
                  <c:v>48.84</c:v>
                </c:pt>
                <c:pt idx="422">
                  <c:v>47.310001</c:v>
                </c:pt>
                <c:pt idx="423">
                  <c:v>46.990001999999997</c:v>
                </c:pt>
                <c:pt idx="424">
                  <c:v>46.52</c:v>
                </c:pt>
                <c:pt idx="425">
                  <c:v>46.419998</c:v>
                </c:pt>
                <c:pt idx="426">
                  <c:v>46.200001</c:v>
                </c:pt>
                <c:pt idx="427">
                  <c:v>45.380001</c:v>
                </c:pt>
                <c:pt idx="428">
                  <c:v>43.830002</c:v>
                </c:pt>
                <c:pt idx="429">
                  <c:v>44.810001</c:v>
                </c:pt>
                <c:pt idx="430">
                  <c:v>46.580002</c:v>
                </c:pt>
                <c:pt idx="431">
                  <c:v>47.040000999999997</c:v>
                </c:pt>
                <c:pt idx="432">
                  <c:v>45.299999</c:v>
                </c:pt>
                <c:pt idx="433">
                  <c:v>45.389999000000003</c:v>
                </c:pt>
                <c:pt idx="434">
                  <c:v>47.799999</c:v>
                </c:pt>
                <c:pt idx="435">
                  <c:v>48.549999</c:v>
                </c:pt>
                <c:pt idx="436">
                  <c:v>48.830002</c:v>
                </c:pt>
                <c:pt idx="437">
                  <c:v>48.380001</c:v>
                </c:pt>
                <c:pt idx="438">
                  <c:v>46.950001</c:v>
                </c:pt>
                <c:pt idx="439">
                  <c:v>45.650002000000001</c:v>
                </c:pt>
                <c:pt idx="440">
                  <c:v>48.619999</c:v>
                </c:pt>
                <c:pt idx="441">
                  <c:v>51.43</c:v>
                </c:pt>
                <c:pt idx="442">
                  <c:v>49.310001</c:v>
                </c:pt>
                <c:pt idx="443">
                  <c:v>50.439999</c:v>
                </c:pt>
                <c:pt idx="444">
                  <c:v>52.259998000000003</c:v>
                </c:pt>
                <c:pt idx="445">
                  <c:v>50.830002</c:v>
                </c:pt>
                <c:pt idx="446">
                  <c:v>50.419998</c:v>
                </c:pt>
                <c:pt idx="447">
                  <c:v>52.150002000000001</c:v>
                </c:pt>
                <c:pt idx="448">
                  <c:v>51.549999</c:v>
                </c:pt>
                <c:pt idx="449">
                  <c:v>52.93</c:v>
                </c:pt>
                <c:pt idx="450">
                  <c:v>54.049999</c:v>
                </c:pt>
                <c:pt idx="451">
                  <c:v>51.720001000000003</c:v>
                </c:pt>
                <c:pt idx="452">
                  <c:v>51.790000999999997</c:v>
                </c:pt>
                <c:pt idx="453">
                  <c:v>52.84</c:v>
                </c:pt>
                <c:pt idx="454">
                  <c:v>52.610000999999997</c:v>
                </c:pt>
                <c:pt idx="455">
                  <c:v>51.98</c:v>
                </c:pt>
                <c:pt idx="456">
                  <c:v>52</c:v>
                </c:pt>
                <c:pt idx="457">
                  <c:v>51.779998999999997</c:v>
                </c:pt>
                <c:pt idx="458">
                  <c:v>52.41</c:v>
                </c:pt>
                <c:pt idx="459">
                  <c:v>51.799999</c:v>
                </c:pt>
                <c:pt idx="460">
                  <c:v>51.349997999999999</c:v>
                </c:pt>
                <c:pt idx="461">
                  <c:v>54.209999000000003</c:v>
                </c:pt>
                <c:pt idx="462">
                  <c:v>54.080002</c:v>
                </c:pt>
                <c:pt idx="463">
                  <c:v>53.650002000000001</c:v>
                </c:pt>
                <c:pt idx="464">
                  <c:v>52.529998999999997</c:v>
                </c:pt>
                <c:pt idx="465">
                  <c:v>52.700001</c:v>
                </c:pt>
                <c:pt idx="466">
                  <c:v>50.23</c:v>
                </c:pt>
                <c:pt idx="467">
                  <c:v>51.009998000000003</c:v>
                </c:pt>
                <c:pt idx="468">
                  <c:v>50.740001999999997</c:v>
                </c:pt>
                <c:pt idx="469">
                  <c:v>51.41</c:v>
                </c:pt>
                <c:pt idx="470">
                  <c:v>51.5</c:v>
                </c:pt>
                <c:pt idx="471">
                  <c:v>51.66</c:v>
                </c:pt>
                <c:pt idx="472">
                  <c:v>51.369999</c:v>
                </c:pt>
                <c:pt idx="473">
                  <c:v>50.849997999999999</c:v>
                </c:pt>
                <c:pt idx="474">
                  <c:v>50.029998999999997</c:v>
                </c:pt>
                <c:pt idx="475">
                  <c:v>51.169998</c:v>
                </c:pt>
                <c:pt idx="476">
                  <c:v>51.419998</c:v>
                </c:pt>
                <c:pt idx="477">
                  <c:v>51.16</c:v>
                </c:pt>
                <c:pt idx="478">
                  <c:v>49.279998999999997</c:v>
                </c:pt>
                <c:pt idx="479">
                  <c:v>49.18</c:v>
                </c:pt>
                <c:pt idx="480">
                  <c:v>49.34</c:v>
                </c:pt>
                <c:pt idx="481">
                  <c:v>50.139999000000003</c:v>
                </c:pt>
                <c:pt idx="482">
                  <c:v>50.459999000000003</c:v>
                </c:pt>
                <c:pt idx="483">
                  <c:v>49.439999</c:v>
                </c:pt>
                <c:pt idx="484">
                  <c:v>49.560001</c:v>
                </c:pt>
                <c:pt idx="485">
                  <c:v>48.07</c:v>
                </c:pt>
                <c:pt idx="486">
                  <c:v>46.810001</c:v>
                </c:pt>
                <c:pt idx="487">
                  <c:v>46.209999000000003</c:v>
                </c:pt>
                <c:pt idx="488">
                  <c:v>45.099997999999999</c:v>
                </c:pt>
                <c:pt idx="489">
                  <c:v>44.919998</c:v>
                </c:pt>
                <c:pt idx="490">
                  <c:v>47.91</c:v>
                </c:pt>
                <c:pt idx="491">
                  <c:v>47.549999</c:v>
                </c:pt>
                <c:pt idx="492">
                  <c:v>47.32</c:v>
                </c:pt>
                <c:pt idx="493">
                  <c:v>47.860000999999997</c:v>
                </c:pt>
                <c:pt idx="494">
                  <c:v>47.049999</c:v>
                </c:pt>
                <c:pt idx="495">
                  <c:v>47.349997999999999</c:v>
                </c:pt>
                <c:pt idx="496">
                  <c:v>46.860000999999997</c:v>
                </c:pt>
                <c:pt idx="497">
                  <c:v>47.040000999999997</c:v>
                </c:pt>
                <c:pt idx="498">
                  <c:v>47.779998999999997</c:v>
                </c:pt>
                <c:pt idx="499">
                  <c:v>49.380001</c:v>
                </c:pt>
                <c:pt idx="500">
                  <c:v>49.889999000000003</c:v>
                </c:pt>
                <c:pt idx="501">
                  <c:v>50.25</c:v>
                </c:pt>
                <c:pt idx="502">
                  <c:v>51.220001000000003</c:v>
                </c:pt>
                <c:pt idx="503">
                  <c:v>46.16</c:v>
                </c:pt>
                <c:pt idx="504">
                  <c:v>45.82</c:v>
                </c:pt>
                <c:pt idx="505">
                  <c:v>45.029998999999997</c:v>
                </c:pt>
                <c:pt idx="506">
                  <c:v>46.41</c:v>
                </c:pt>
                <c:pt idx="507">
                  <c:v>44.950001</c:v>
                </c:pt>
                <c:pt idx="508">
                  <c:v>46.299999</c:v>
                </c:pt>
                <c:pt idx="509">
                  <c:v>46.419998</c:v>
                </c:pt>
                <c:pt idx="510">
                  <c:v>48.07</c:v>
                </c:pt>
                <c:pt idx="511">
                  <c:v>48.110000999999997</c:v>
                </c:pt>
                <c:pt idx="512">
                  <c:v>47.470001000000003</c:v>
                </c:pt>
                <c:pt idx="513">
                  <c:v>47.700001</c:v>
                </c:pt>
                <c:pt idx="514">
                  <c:v>47.330002</c:v>
                </c:pt>
                <c:pt idx="515">
                  <c:v>46.830002</c:v>
                </c:pt>
                <c:pt idx="516">
                  <c:v>47.990001999999997</c:v>
                </c:pt>
                <c:pt idx="517">
                  <c:v>48.34</c:v>
                </c:pt>
                <c:pt idx="518">
                  <c:v>47.720001000000003</c:v>
                </c:pt>
                <c:pt idx="519">
                  <c:v>47.389999000000003</c:v>
                </c:pt>
                <c:pt idx="520">
                  <c:v>46.720001000000003</c:v>
                </c:pt>
                <c:pt idx="521">
                  <c:v>46.549999</c:v>
                </c:pt>
                <c:pt idx="522">
                  <c:v>45.610000999999997</c:v>
                </c:pt>
                <c:pt idx="523">
                  <c:v>44.34</c:v>
                </c:pt>
                <c:pt idx="524">
                  <c:v>42.639999000000003</c:v>
                </c:pt>
                <c:pt idx="525">
                  <c:v>43.060001</c:v>
                </c:pt>
                <c:pt idx="526">
                  <c:v>43.459999000000003</c:v>
                </c:pt>
                <c:pt idx="527">
                  <c:v>43.82</c:v>
                </c:pt>
                <c:pt idx="528">
                  <c:v>45.209999000000003</c:v>
                </c:pt>
                <c:pt idx="529">
                  <c:v>44.77</c:v>
                </c:pt>
                <c:pt idx="530">
                  <c:v>42.950001</c:v>
                </c:pt>
                <c:pt idx="531">
                  <c:v>42.970001000000003</c:v>
                </c:pt>
                <c:pt idx="532">
                  <c:v>42.529998999999997</c:v>
                </c:pt>
                <c:pt idx="533">
                  <c:v>41.93</c:v>
                </c:pt>
                <c:pt idx="534">
                  <c:v>41.869999</c:v>
                </c:pt>
                <c:pt idx="535">
                  <c:v>41.540000999999997</c:v>
                </c:pt>
                <c:pt idx="536">
                  <c:v>41.43</c:v>
                </c:pt>
                <c:pt idx="537">
                  <c:v>41.150002000000001</c:v>
                </c:pt>
                <c:pt idx="538">
                  <c:v>41.700001</c:v>
                </c:pt>
                <c:pt idx="539">
                  <c:v>41.59</c:v>
                </c:pt>
                <c:pt idx="540">
                  <c:v>41.169998</c:v>
                </c:pt>
                <c:pt idx="541">
                  <c:v>40.729999999999997</c:v>
                </c:pt>
                <c:pt idx="542">
                  <c:v>41.290000999999997</c:v>
                </c:pt>
                <c:pt idx="543">
                  <c:v>40.240001999999997</c:v>
                </c:pt>
                <c:pt idx="544">
                  <c:v>40</c:v>
                </c:pt>
                <c:pt idx="545">
                  <c:v>40.520000000000003</c:v>
                </c:pt>
                <c:pt idx="546">
                  <c:v>39.029998999999997</c:v>
                </c:pt>
                <c:pt idx="547">
                  <c:v>41.040000999999997</c:v>
                </c:pt>
                <c:pt idx="548">
                  <c:v>41.220001000000003</c:v>
                </c:pt>
                <c:pt idx="549">
                  <c:v>40.509998000000003</c:v>
                </c:pt>
                <c:pt idx="550">
                  <c:v>40.090000000000003</c:v>
                </c:pt>
                <c:pt idx="551">
                  <c:v>39.950001</c:v>
                </c:pt>
                <c:pt idx="552">
                  <c:v>40.509998000000003</c:v>
                </c:pt>
                <c:pt idx="553">
                  <c:v>39.029998999999997</c:v>
                </c:pt>
                <c:pt idx="554">
                  <c:v>38.549999</c:v>
                </c:pt>
                <c:pt idx="555">
                  <c:v>39.200001</c:v>
                </c:pt>
                <c:pt idx="556">
                  <c:v>42.080002</c:v>
                </c:pt>
                <c:pt idx="557">
                  <c:v>42.540000999999997</c:v>
                </c:pt>
                <c:pt idx="558">
                  <c:v>43.369999</c:v>
                </c:pt>
                <c:pt idx="559">
                  <c:v>43.25</c:v>
                </c:pt>
                <c:pt idx="560">
                  <c:v>41.93</c:v>
                </c:pt>
                <c:pt idx="561">
                  <c:v>41.580002</c:v>
                </c:pt>
                <c:pt idx="562">
                  <c:v>41.91</c:v>
                </c:pt>
                <c:pt idx="563">
                  <c:v>42.060001</c:v>
                </c:pt>
                <c:pt idx="564">
                  <c:v>42.380001</c:v>
                </c:pt>
                <c:pt idx="565">
                  <c:v>41.84</c:v>
                </c:pt>
                <c:pt idx="566">
                  <c:v>42.66</c:v>
                </c:pt>
                <c:pt idx="567">
                  <c:v>42.290000999999997</c:v>
                </c:pt>
                <c:pt idx="568">
                  <c:v>41.580002</c:v>
                </c:pt>
                <c:pt idx="569">
                  <c:v>41.82</c:v>
                </c:pt>
                <c:pt idx="570">
                  <c:v>43.09</c:v>
                </c:pt>
                <c:pt idx="571">
                  <c:v>43.450001</c:v>
                </c:pt>
                <c:pt idx="572">
                  <c:v>43.900002000000001</c:v>
                </c:pt>
                <c:pt idx="573">
                  <c:v>42.779998999999997</c:v>
                </c:pt>
                <c:pt idx="574">
                  <c:v>41.549999</c:v>
                </c:pt>
                <c:pt idx="575">
                  <c:v>42.990001999999997</c:v>
                </c:pt>
                <c:pt idx="576">
                  <c:v>43.169998</c:v>
                </c:pt>
                <c:pt idx="577">
                  <c:v>43.060001</c:v>
                </c:pt>
                <c:pt idx="578">
                  <c:v>43.880001</c:v>
                </c:pt>
                <c:pt idx="579">
                  <c:v>43.099997999999999</c:v>
                </c:pt>
                <c:pt idx="580">
                  <c:v>34.150002000000001</c:v>
                </c:pt>
                <c:pt idx="581">
                  <c:v>34.860000999999997</c:v>
                </c:pt>
                <c:pt idx="582">
                  <c:v>36.299999</c:v>
                </c:pt>
                <c:pt idx="583">
                  <c:v>36.770000000000003</c:v>
                </c:pt>
                <c:pt idx="584">
                  <c:v>37.32</c:v>
                </c:pt>
                <c:pt idx="585">
                  <c:v>36.720001000000003</c:v>
                </c:pt>
                <c:pt idx="586">
                  <c:v>37.159999999999997</c:v>
                </c:pt>
                <c:pt idx="587">
                  <c:v>36.200001</c:v>
                </c:pt>
                <c:pt idx="588">
                  <c:v>36.259998000000003</c:v>
                </c:pt>
                <c:pt idx="589">
                  <c:v>36.689999</c:v>
                </c:pt>
                <c:pt idx="590">
                  <c:v>37.779998999999997</c:v>
                </c:pt>
                <c:pt idx="591">
                  <c:v>38.299999</c:v>
                </c:pt>
                <c:pt idx="592">
                  <c:v>36.959999000000003</c:v>
                </c:pt>
                <c:pt idx="593">
                  <c:v>35.970001000000003</c:v>
                </c:pt>
                <c:pt idx="594">
                  <c:v>36.490001999999997</c:v>
                </c:pt>
                <c:pt idx="595">
                  <c:v>36.139999000000003</c:v>
                </c:pt>
                <c:pt idx="596">
                  <c:v>36.639999000000003</c:v>
                </c:pt>
                <c:pt idx="597">
                  <c:v>36.25</c:v>
                </c:pt>
                <c:pt idx="598">
                  <c:v>35.229999999999997</c:v>
                </c:pt>
                <c:pt idx="599">
                  <c:v>34.770000000000003</c:v>
                </c:pt>
                <c:pt idx="600">
                  <c:v>35.240001999999997</c:v>
                </c:pt>
                <c:pt idx="601">
                  <c:v>36.470001000000003</c:v>
                </c:pt>
                <c:pt idx="602">
                  <c:v>36.119999</c:v>
                </c:pt>
                <c:pt idx="603">
                  <c:v>36.130001</c:v>
                </c:pt>
                <c:pt idx="604">
                  <c:v>36.330002</c:v>
                </c:pt>
                <c:pt idx="605">
                  <c:v>35.799999</c:v>
                </c:pt>
                <c:pt idx="606">
                  <c:v>34.880001</c:v>
                </c:pt>
                <c:pt idx="607">
                  <c:v>35.049999</c:v>
                </c:pt>
                <c:pt idx="608">
                  <c:v>35.900002000000001</c:v>
                </c:pt>
                <c:pt idx="609">
                  <c:v>36.560001</c:v>
                </c:pt>
                <c:pt idx="610">
                  <c:v>36.169998</c:v>
                </c:pt>
                <c:pt idx="611">
                  <c:v>36.119999</c:v>
                </c:pt>
                <c:pt idx="612">
                  <c:v>36.229999999999997</c:v>
                </c:pt>
                <c:pt idx="613">
                  <c:v>35.779998999999997</c:v>
                </c:pt>
                <c:pt idx="614">
                  <c:v>36.209999000000003</c:v>
                </c:pt>
                <c:pt idx="615">
                  <c:v>35.07</c:v>
                </c:pt>
                <c:pt idx="616">
                  <c:v>34.939999</c:v>
                </c:pt>
                <c:pt idx="617">
                  <c:v>34.340000000000003</c:v>
                </c:pt>
                <c:pt idx="618">
                  <c:v>35.409999999999997</c:v>
                </c:pt>
                <c:pt idx="619">
                  <c:v>35.669998</c:v>
                </c:pt>
                <c:pt idx="620">
                  <c:v>36.650002000000001</c:v>
                </c:pt>
                <c:pt idx="621">
                  <c:v>36.779998999999997</c:v>
                </c:pt>
                <c:pt idx="622">
                  <c:v>37.150002000000001</c:v>
                </c:pt>
                <c:pt idx="623">
                  <c:v>37.049999</c:v>
                </c:pt>
                <c:pt idx="624">
                  <c:v>34.900002000000001</c:v>
                </c:pt>
                <c:pt idx="625">
                  <c:v>34.830002</c:v>
                </c:pt>
                <c:pt idx="626">
                  <c:v>33.990001999999997</c:v>
                </c:pt>
                <c:pt idx="627">
                  <c:v>33.630001</c:v>
                </c:pt>
                <c:pt idx="628">
                  <c:v>25.58</c:v>
                </c:pt>
                <c:pt idx="629">
                  <c:v>27.030000999999999</c:v>
                </c:pt>
                <c:pt idx="630">
                  <c:v>26.370000999999998</c:v>
                </c:pt>
                <c:pt idx="631">
                  <c:v>26.610001</c:v>
                </c:pt>
                <c:pt idx="632">
                  <c:v>26.75</c:v>
                </c:pt>
                <c:pt idx="633">
                  <c:v>27.32</c:v>
                </c:pt>
                <c:pt idx="634">
                  <c:v>27.440000999999999</c:v>
                </c:pt>
                <c:pt idx="635">
                  <c:v>26.559999000000001</c:v>
                </c:pt>
                <c:pt idx="636">
                  <c:v>25.530000999999999</c:v>
                </c:pt>
                <c:pt idx="637">
                  <c:v>25.24</c:v>
                </c:pt>
                <c:pt idx="638">
                  <c:v>25.790001</c:v>
                </c:pt>
                <c:pt idx="639">
                  <c:v>24.870000999999998</c:v>
                </c:pt>
                <c:pt idx="640">
                  <c:v>24.75</c:v>
                </c:pt>
                <c:pt idx="641">
                  <c:v>25.09</c:v>
                </c:pt>
                <c:pt idx="642">
                  <c:v>25.299999</c:v>
                </c:pt>
                <c:pt idx="643">
                  <c:v>24.84</c:v>
                </c:pt>
                <c:pt idx="644">
                  <c:v>25.559999000000001</c:v>
                </c:pt>
                <c:pt idx="645">
                  <c:v>25.07</c:v>
                </c:pt>
                <c:pt idx="646">
                  <c:v>24.33</c:v>
                </c:pt>
                <c:pt idx="647">
                  <c:v>23.709999</c:v>
                </c:pt>
                <c:pt idx="648">
                  <c:v>24.1</c:v>
                </c:pt>
                <c:pt idx="649">
                  <c:v>23.98</c:v>
                </c:pt>
                <c:pt idx="650">
                  <c:v>24.389999</c:v>
                </c:pt>
                <c:pt idx="651">
                  <c:v>24.120000999999998</c:v>
                </c:pt>
                <c:pt idx="652">
                  <c:v>24.190000999999999</c:v>
                </c:pt>
                <c:pt idx="653">
                  <c:v>24.629999000000002</c:v>
                </c:pt>
                <c:pt idx="654">
                  <c:v>24.25</c:v>
                </c:pt>
                <c:pt idx="655">
                  <c:v>24.33</c:v>
                </c:pt>
                <c:pt idx="656">
                  <c:v>24.610001</c:v>
                </c:pt>
                <c:pt idx="657">
                  <c:v>25.299999</c:v>
                </c:pt>
                <c:pt idx="658">
                  <c:v>24.700001</c:v>
                </c:pt>
                <c:pt idx="659">
                  <c:v>24.65</c:v>
                </c:pt>
                <c:pt idx="660">
                  <c:v>24.709999</c:v>
                </c:pt>
                <c:pt idx="661">
                  <c:v>25.67</c:v>
                </c:pt>
                <c:pt idx="662">
                  <c:v>24.58</c:v>
                </c:pt>
                <c:pt idx="663">
                  <c:v>24.799999</c:v>
                </c:pt>
                <c:pt idx="664">
                  <c:v>24.790001</c:v>
                </c:pt>
                <c:pt idx="665">
                  <c:v>25.059999000000001</c:v>
                </c:pt>
                <c:pt idx="666">
                  <c:v>23.969999000000001</c:v>
                </c:pt>
                <c:pt idx="667">
                  <c:v>23.65</c:v>
                </c:pt>
                <c:pt idx="668">
                  <c:v>23.6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B3-8B4E-9DBC-923B54FD8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2565039"/>
        <c:axId val="1962563311"/>
      </c:lineChart>
      <c:dateAx>
        <c:axId val="196273223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62733967"/>
        <c:crosses val="autoZero"/>
        <c:auto val="1"/>
        <c:lblOffset val="100"/>
        <c:baseTimeUnit val="days"/>
      </c:dateAx>
      <c:valAx>
        <c:axId val="19627339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62732239"/>
        <c:crosses val="autoZero"/>
        <c:crossBetween val="between"/>
      </c:valAx>
      <c:valAx>
        <c:axId val="19625633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62565039"/>
        <c:crosses val="max"/>
        <c:crossBetween val="between"/>
      </c:valAx>
      <c:dateAx>
        <c:axId val="1962565039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962563311"/>
        <c:crosses val="autoZero"/>
        <c:auto val="1"/>
        <c:lblOffset val="100"/>
        <c:baseTimeUnit val="days"/>
      </c:date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8749483780701771"/>
          <c:y val="0.86663088456243442"/>
          <c:w val="0.29671012448120665"/>
          <c:h val="7.09851234646333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>
                <a:latin typeface="Book Antiqua" panose="02040602050305030304" pitchFamily="18" charset="0"/>
              </a:rPr>
              <a:t>Quarterly Inventory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'Inventory Levels'!$A$6:$A$14</c:f>
              <c:strCache>
                <c:ptCount val="9"/>
                <c:pt idx="0">
                  <c:v>22' Q1</c:v>
                </c:pt>
                <c:pt idx="1">
                  <c:v>22' Q2</c:v>
                </c:pt>
                <c:pt idx="2">
                  <c:v>22' Q3</c:v>
                </c:pt>
                <c:pt idx="3">
                  <c:v>22' Q4</c:v>
                </c:pt>
                <c:pt idx="4">
                  <c:v>23' Q1</c:v>
                </c:pt>
                <c:pt idx="5">
                  <c:v>23' Q2</c:v>
                </c:pt>
                <c:pt idx="6">
                  <c:v>23' Q3</c:v>
                </c:pt>
                <c:pt idx="7">
                  <c:v>23' Q4</c:v>
                </c:pt>
                <c:pt idx="8">
                  <c:v>24' Q1</c:v>
                </c:pt>
              </c:strCache>
            </c:strRef>
          </c:cat>
          <c:val>
            <c:numRef>
              <c:f>'Inventory Levels'!$B$6:$B$14</c:f>
              <c:numCache>
                <c:formatCode>General</c:formatCode>
                <c:ptCount val="9"/>
                <c:pt idx="0">
                  <c:v>165</c:v>
                </c:pt>
                <c:pt idx="1">
                  <c:v>181</c:v>
                </c:pt>
                <c:pt idx="2">
                  <c:v>176</c:v>
                </c:pt>
                <c:pt idx="3">
                  <c:v>208</c:v>
                </c:pt>
                <c:pt idx="4">
                  <c:v>293</c:v>
                </c:pt>
                <c:pt idx="5">
                  <c:v>455</c:v>
                </c:pt>
                <c:pt idx="6">
                  <c:v>508</c:v>
                </c:pt>
                <c:pt idx="7">
                  <c:v>467</c:v>
                </c:pt>
                <c:pt idx="8">
                  <c:v>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BA-C349-B3D5-2B5B52791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27578736"/>
        <c:axId val="927588656"/>
      </c:lineChart>
      <c:catAx>
        <c:axId val="92757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927588656"/>
        <c:crosses val="autoZero"/>
        <c:auto val="1"/>
        <c:lblAlgn val="ctr"/>
        <c:lblOffset val="100"/>
        <c:noMultiLvlLbl val="0"/>
      </c:catAx>
      <c:valAx>
        <c:axId val="927588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9275787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 b="1">
                <a:latin typeface="Book Antiqua" panose="02040602050305030304" pitchFamily="18" charset="0"/>
              </a:rPr>
              <a:t>U.S. &amp; Canada Store Count</a:t>
            </a:r>
          </a:p>
        </c:rich>
      </c:tx>
      <c:layout>
        <c:manualLayout>
          <c:xMode val="edge"/>
          <c:yMode val="edge"/>
          <c:x val="0.25851587568396417"/>
          <c:y val="7.02486324506505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'Canada U.S. Store Count'!$B$5</c:f>
              <c:strCache>
                <c:ptCount val="1"/>
                <c:pt idx="0">
                  <c:v>Canada Stores</c:v>
                </c:pt>
              </c:strCache>
            </c:strRef>
          </c:tx>
          <c:spPr>
            <a:ln w="28575" cap="rnd">
              <a:solidFill>
                <a:schemeClr val="accent2">
                  <a:shade val="76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'Canada U.S. Store Count'!$A$6:$A$11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'Canada U.S. Store Count'!$B$6:$B$11</c:f>
              <c:numCache>
                <c:formatCode>General</c:formatCode>
                <c:ptCount val="6"/>
                <c:pt idx="0">
                  <c:v>63</c:v>
                </c:pt>
                <c:pt idx="1">
                  <c:v>67</c:v>
                </c:pt>
                <c:pt idx="2">
                  <c:v>67</c:v>
                </c:pt>
                <c:pt idx="3">
                  <c:v>68</c:v>
                </c:pt>
                <c:pt idx="4">
                  <c:v>68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DE-0541-A914-8ADB7D961515}"/>
            </c:ext>
          </c:extLst>
        </c:ser>
        <c:ser>
          <c:idx val="1"/>
          <c:order val="1"/>
          <c:tx>
            <c:strRef>
              <c:f>'Canada U.S. Store Count'!$C$5</c:f>
              <c:strCache>
                <c:ptCount val="1"/>
                <c:pt idx="0">
                  <c:v>US Stores</c:v>
                </c:pt>
              </c:strCache>
            </c:strRef>
          </c:tx>
          <c:spPr>
            <a:ln w="38100" cap="rnd">
              <a:solidFill>
                <a:schemeClr val="accent2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'Canada U.S. Store Count'!$A$6:$A$11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'Canada U.S. Store Count'!$C$6:$C$11</c:f>
              <c:numCache>
                <c:formatCode>General</c:formatCode>
                <c:ptCount val="6"/>
                <c:pt idx="0">
                  <c:v>22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  <c:pt idx="4">
                  <c:v>39</c:v>
                </c:pt>
                <c:pt idx="5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DE-0541-A914-8ADB7D961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27216"/>
        <c:axId val="17148864"/>
      </c:lineChart>
      <c:catAx>
        <c:axId val="17027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7148864"/>
        <c:crosses val="autoZero"/>
        <c:auto val="1"/>
        <c:lblAlgn val="ctr"/>
        <c:lblOffset val="100"/>
        <c:noMultiLvlLbl val="0"/>
      </c:catAx>
      <c:valAx>
        <c:axId val="1714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7027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 b="1" dirty="0">
                <a:latin typeface="Book Antiqua" panose="02040602050305030304" pitchFamily="18" charset="0"/>
              </a:rPr>
              <a:t>ATZ eCommerce % of sales</a:t>
            </a:r>
          </a:p>
        </c:rich>
      </c:tx>
      <c:layout>
        <c:manualLayout>
          <c:xMode val="edge"/>
          <c:yMode val="edge"/>
          <c:x val="0.27117082545826809"/>
          <c:y val="6.01852924642867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'Retail vs Ecommerce'!$B$4</c:f>
              <c:strCache>
                <c:ptCount val="1"/>
                <c:pt idx="0">
                  <c:v>eComm % of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'Retail vs Ecommerce'!$A$5:$A$14</c:f>
              <c:strCache>
                <c:ptCount val="10"/>
                <c:pt idx="0">
                  <c:v>23' Q1</c:v>
                </c:pt>
                <c:pt idx="1">
                  <c:v>23' Q2</c:v>
                </c:pt>
                <c:pt idx="2">
                  <c:v>23' Q3</c:v>
                </c:pt>
                <c:pt idx="3">
                  <c:v>23' Q4</c:v>
                </c:pt>
                <c:pt idx="4">
                  <c:v>24' Q1</c:v>
                </c:pt>
                <c:pt idx="5">
                  <c:v>24' Q2E</c:v>
                </c:pt>
                <c:pt idx="6">
                  <c:v>24' Q3E</c:v>
                </c:pt>
                <c:pt idx="7">
                  <c:v>24' Q4E</c:v>
                </c:pt>
                <c:pt idx="8">
                  <c:v>25' Q1E</c:v>
                </c:pt>
                <c:pt idx="9">
                  <c:v>25' Q2E</c:v>
                </c:pt>
              </c:strCache>
            </c:strRef>
          </c:cat>
          <c:val>
            <c:numRef>
              <c:f>'Retail vs Ecommerce'!$B$5:$B$14</c:f>
              <c:numCache>
                <c:formatCode>0%</c:formatCode>
                <c:ptCount val="10"/>
                <c:pt idx="0">
                  <c:v>0.29484029484029484</c:v>
                </c:pt>
                <c:pt idx="1">
                  <c:v>0.3295238095238095</c:v>
                </c:pt>
                <c:pt idx="2">
                  <c:v>0.32211538461538464</c:v>
                </c:pt>
                <c:pt idx="3">
                  <c:v>0.43014128728414441</c:v>
                </c:pt>
                <c:pt idx="4">
                  <c:v>0.29220779220779219</c:v>
                </c:pt>
                <c:pt idx="5">
                  <c:v>0.34489402697495181</c:v>
                </c:pt>
                <c:pt idx="6">
                  <c:v>0.32695374800637961</c:v>
                </c:pt>
                <c:pt idx="7">
                  <c:v>0.39500734214390604</c:v>
                </c:pt>
                <c:pt idx="8">
                  <c:v>0.31809145129224653</c:v>
                </c:pt>
                <c:pt idx="9">
                  <c:v>0.3451178451178451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A5-0040-9EBE-42408CADD7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8229391"/>
        <c:axId val="1902728208"/>
      </c:lineChart>
      <c:catAx>
        <c:axId val="1738229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02728208"/>
        <c:crosses val="autoZero"/>
        <c:auto val="1"/>
        <c:lblAlgn val="ctr"/>
        <c:lblOffset val="100"/>
        <c:noMultiLvlLbl val="0"/>
      </c:catAx>
      <c:valAx>
        <c:axId val="190272820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738229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0.0754</cdr:x>
      <cdr:y>0.25576</cdr:y>
    </cdr:from>
    <cdr:to>
      <cdr:x>0.38175</cdr:x>
      <cdr:y>0.257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DFB831A4-1096-B462-C6BA-57D1FE3FBA99}"/>
            </a:ext>
          </a:extLst>
        </cdr:cNvPr>
        <cdr:cNvCxnSpPr/>
      </cdr:nvCxnSpPr>
      <cdr:spPr>
        <a:xfrm xmlns:a="http://schemas.openxmlformats.org/drawingml/2006/main" flipV="1">
          <a:off x="378433" y="596010"/>
          <a:ext cx="1537573" cy="289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66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0.65705</cdr:x>
      <cdr:y>0.257</cdr:y>
    </cdr:from>
    <cdr:to>
      <cdr:x>0.9634</cdr:x>
      <cdr:y>0.25824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60D1E030-0664-A78F-F9A8-83DEE17D1EA9}"/>
            </a:ext>
          </a:extLst>
        </cdr:cNvPr>
        <cdr:cNvCxnSpPr/>
      </cdr:nvCxnSpPr>
      <cdr:spPr>
        <a:xfrm xmlns:a="http://schemas.openxmlformats.org/drawingml/2006/main" flipV="1">
          <a:off x="3297718" y="598900"/>
          <a:ext cx="1537573" cy="289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66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0.40651</cdr:x>
      <cdr:y>0.19488</cdr:y>
    </cdr:from>
    <cdr:to>
      <cdr:x>0.64124</cdr:x>
      <cdr:y>0.27565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E1154048-149C-5D44-780B-72FDEBE458BA}"/>
            </a:ext>
          </a:extLst>
        </cdr:cNvPr>
        <cdr:cNvSpPr txBox="1"/>
      </cdr:nvSpPr>
      <cdr:spPr>
        <a:xfrm xmlns:a="http://schemas.openxmlformats.org/drawingml/2006/main">
          <a:off x="2040262" y="454133"/>
          <a:ext cx="1178111" cy="1882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latin typeface="Book Antiqua" panose="02040602050305030304" pitchFamily="18" charset="0"/>
            </a:rPr>
            <a:t>Industry Avg.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C2297-1C45-6F45-AA4A-3F993C539E7E}" type="datetimeFigureOut">
              <a:rPr lang="en-US" smtClean="0"/>
              <a:t>9/11/23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06706-6D25-2643-9911-B315D9939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4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666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387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01D2-806E-C3BB-0C66-D77F67D7F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520CE-A65A-74F0-0807-8A939FAC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8A976-398C-0C33-6C4F-C3E094D3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24E27-E725-2BCC-1310-F996CB826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88EC-5B51-2A43-5F3E-09271871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4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852-3C53-31AE-C264-10798840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C3EC6-B30C-A872-3EEB-9B932CBC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D7446-C388-F304-3297-36C053E6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ADD87-B3A7-E7FE-3B8F-DC91C371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53E08-33FF-4133-55E7-3ACB1AA6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5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BDDC-58DA-682B-3D93-05D6F70A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FA284-765D-1484-EE42-E7F89E0D9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7CE40-0085-566F-E859-008A2AD9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CA4A-B07F-1670-464B-67E112D0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64E07-EF60-E77B-7DB3-051F5FEF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6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9B73-0265-E53C-80EA-1FF3A259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FD16-C9AA-0DFE-D99D-E40BD9EBA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71F0F-F26D-0540-F56F-2EAD00AC5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D3F32-56F4-CBA1-195C-9116DA41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DE2F4-DFBA-45CF-D414-5DBB87E2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88E46-18BD-3C28-EB25-7A080E39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9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F5C4-6B2E-79BA-EA9B-F2DE1961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8410B-195D-CFDA-1464-24A26F72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889BF-0EEB-D32C-AAC3-3F41A85B9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78531-1F3F-9080-7146-80BB101BB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725A7-16AD-7F42-34B8-49297C9B7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4C0B7-BED1-B193-2716-08D2A7DC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460B9-A836-75F8-D3FE-BAAC587A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14A3D-3666-424B-9A25-9AFB2478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418A-286B-2088-8D24-8EB13AD2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BA193-2B74-25F2-77CF-E9174434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98BED-A85C-6AB7-786D-31DBF31A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DC320-F90C-D0F5-61E2-CAFF8FC0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5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64892-0A34-4F7B-3825-90CF4A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16CF-4DBF-2187-3438-73390A87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3EE65-5DFF-B048-881C-879F48F9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2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FF9E-4D27-8DD8-A35B-1EB44C05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D9B8-84AF-F0BE-C89D-92668DB38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BDE8D-1384-288C-D894-8EFDDA6AF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C4D30-4ED1-5D9A-4637-A7E216E85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F500D-668F-2822-4B84-6FE03BCD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EAE86-BFE1-96D7-0625-865418DD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2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A056-0C2F-D839-B510-DB3C69AD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4EB17-5E59-12FD-FDF9-0EE4543EA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12390-DE74-9239-AC49-3229BBFFE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7590-B53A-20EC-0388-D82378B0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405BA-FCFC-CFAD-3435-10534762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D22AE-8A09-1CF2-7FB9-D688139F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2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EE66-1A4F-07E9-FE72-E786B532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5A547-83B2-ED45-1FA8-1A82C4E25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EC3E7-3CB8-60BB-710C-89B02619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ECBBF-864A-3D4A-C0F9-5D8F88CC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30961-A5FE-92EE-D153-BBD1D5A3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0B70B-9D81-FDBD-F473-4417B8009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0B60B-E359-D566-85B5-9C143F927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3871-EDAE-C6F5-DA86-302B6600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B8C9-B530-DA69-E4CA-F14B1D44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E8A91-72C9-708D-583D-1813A98D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45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/>
          <p:nvPr/>
        </p:nvSpPr>
        <p:spPr>
          <a:xfrm>
            <a:off x="838200" y="1104179"/>
            <a:ext cx="10518371" cy="18288"/>
          </a:xfrm>
          <a:prstGeom prst="rect">
            <a:avLst/>
          </a:prstGeom>
          <a:solidFill>
            <a:srgbClr val="006491"/>
          </a:solidFill>
          <a:ln w="285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/>
          <p:nvPr/>
        </p:nvSpPr>
        <p:spPr>
          <a:xfrm>
            <a:off x="836816" y="6153631"/>
            <a:ext cx="10518371" cy="18288"/>
          </a:xfrm>
          <a:prstGeom prst="rect">
            <a:avLst/>
          </a:prstGeom>
          <a:solidFill>
            <a:srgbClr val="BFBFBF"/>
          </a:solidFill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6819" y="6383322"/>
            <a:ext cx="1541913" cy="26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7"/>
          <p:cNvSpPr/>
          <p:nvPr/>
        </p:nvSpPr>
        <p:spPr>
          <a:xfrm>
            <a:off x="0" y="232765"/>
            <a:ext cx="522515" cy="119017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7" descr="Aritzia - Home | Facebook"/>
          <p:cNvPicPr preferRelativeResize="0"/>
          <p:nvPr/>
        </p:nvPicPr>
        <p:blipFill rotWithShape="1">
          <a:blip r:embed="rId3">
            <a:alphaModFix/>
          </a:blip>
          <a:srcRect t="33571" r="8364" b="33175"/>
          <a:stretch/>
        </p:blipFill>
        <p:spPr>
          <a:xfrm>
            <a:off x="8326040" y="68338"/>
            <a:ext cx="3029147" cy="824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225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FEC1A-02FE-B98D-B635-5E2642A90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2928-D5B3-31E9-0E55-6BC027411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EF0E-9AA8-A2DB-586D-26446017B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5569B-A7EF-9F4B-A042-259AC03EBD77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67AFB-5DF6-738B-B495-6BF1F54B1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9FE5-EB01-E3A9-9F99-8864C9430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E6CE-6833-B94B-A82B-ABBDCACE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5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/>
        </p:nvSpPr>
        <p:spPr>
          <a:xfrm>
            <a:off x="869253" y="332072"/>
            <a:ext cx="6626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en-US" sz="2500" b="1" dirty="0">
                <a:solidFill>
                  <a:srgbClr val="A61C00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Situation Overview</a:t>
            </a:r>
            <a:endParaRPr sz="2500" b="1" dirty="0">
              <a:solidFill>
                <a:srgbClr val="A61C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869252" y="753637"/>
            <a:ext cx="9989247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1600" b="1" dirty="0">
                <a:latin typeface="Book Antiqua" panose="02040602050305030304" pitchFamily="18" charset="0"/>
                <a:ea typeface="Arial"/>
                <a:cs typeface="Arial"/>
                <a:sym typeface="Arial"/>
              </a:rPr>
              <a:t>Transitory short-term issues present an attractive opportunity in a growing and durable retail operator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1500" dirty="0">
                <a:solidFill>
                  <a:srgbClr val="262626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 </a:t>
            </a:r>
            <a:endParaRPr sz="1500" dirty="0">
              <a:solidFill>
                <a:srgbClr val="0000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2C3FB33-405D-ACC7-B8AF-99AE1C089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1546751"/>
              </p:ext>
            </p:extLst>
          </p:nvPr>
        </p:nvGraphicFramePr>
        <p:xfrm>
          <a:off x="876301" y="3295198"/>
          <a:ext cx="5395913" cy="3053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115183-EC08-9FE2-FEB8-EB0F0EB602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497703"/>
              </p:ext>
            </p:extLst>
          </p:nvPr>
        </p:nvGraphicFramePr>
        <p:xfrm>
          <a:off x="6472237" y="3357560"/>
          <a:ext cx="4843462" cy="2471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236;p11">
            <a:extLst>
              <a:ext uri="{FF2B5EF4-FFF2-40B4-BE49-F238E27FC236}">
                <a16:creationId xmlns:a16="http://schemas.microsoft.com/office/drawing/2014/main" id="{93436681-28A5-9F32-8D4C-2BC0EB0C65BF}"/>
              </a:ext>
            </a:extLst>
          </p:cNvPr>
          <p:cNvSpPr txBox="1"/>
          <p:nvPr/>
        </p:nvSpPr>
        <p:spPr>
          <a:xfrm>
            <a:off x="772764" y="1676484"/>
            <a:ext cx="5199411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Inventory Levels: </a:t>
            </a: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ATZ pre-ordered styles heading into 2023, but shipment came in earlier than expected, creating a  a timing mismatch with consumer demand and forcing ATZ to rid excess inventory through significant discounting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Poor Earnings Print: </a:t>
            </a: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From inventory discounting to significant growth investments, management has struggled to hit margin benchmarks, causing the stock to trade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8" name="Google Shape;234;p11">
            <a:extLst>
              <a:ext uri="{FF2B5EF4-FFF2-40B4-BE49-F238E27FC236}">
                <a16:creationId xmlns:a16="http://schemas.microsoft.com/office/drawing/2014/main" id="{BD2A78EA-02BB-074F-7908-08B43FEB72AF}"/>
              </a:ext>
            </a:extLst>
          </p:cNvPr>
          <p:cNvSpPr txBox="1"/>
          <p:nvPr/>
        </p:nvSpPr>
        <p:spPr>
          <a:xfrm>
            <a:off x="6396035" y="1325131"/>
            <a:ext cx="4967287" cy="307736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Our View</a:t>
            </a:r>
            <a:endParaRPr sz="1400" b="1" dirty="0">
              <a:solidFill>
                <a:schemeClr val="bg1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9" name="Google Shape;234;p11">
            <a:extLst>
              <a:ext uri="{FF2B5EF4-FFF2-40B4-BE49-F238E27FC236}">
                <a16:creationId xmlns:a16="http://schemas.microsoft.com/office/drawing/2014/main" id="{A815F73F-8F90-FBB9-C321-8B49B5300090}"/>
              </a:ext>
            </a:extLst>
          </p:cNvPr>
          <p:cNvSpPr txBox="1"/>
          <p:nvPr/>
        </p:nvSpPr>
        <p:spPr>
          <a:xfrm>
            <a:off x="869251" y="1309315"/>
            <a:ext cx="4967287" cy="307736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Investor Concerns</a:t>
            </a:r>
            <a:endParaRPr sz="1400" b="1" dirty="0">
              <a:solidFill>
                <a:schemeClr val="bg1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6;p11">
            <a:extLst>
              <a:ext uri="{FF2B5EF4-FFF2-40B4-BE49-F238E27FC236}">
                <a16:creationId xmlns:a16="http://schemas.microsoft.com/office/drawing/2014/main" id="{58B842FD-9A19-D319-B75E-3CF4B48F0FE3}"/>
              </a:ext>
            </a:extLst>
          </p:cNvPr>
          <p:cNvSpPr txBox="1"/>
          <p:nvPr/>
        </p:nvSpPr>
        <p:spPr>
          <a:xfrm>
            <a:off x="6178196" y="1695014"/>
            <a:ext cx="5199411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Transitory Mishap: </a:t>
            </a: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We believe the inventory problem should be solved within the next year, as current discounting should not affect the growth story for ATZ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Time Arbitrage: </a:t>
            </a: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The exact timing of margin recovery is not significant for our long-term view of the company, as we have conviction in the durability of the brand and store expansion plan that will drive revenue and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/>
        </p:nvSpPr>
        <p:spPr>
          <a:xfrm>
            <a:off x="869251" y="338387"/>
            <a:ext cx="934631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en-US" sz="2500" b="1" dirty="0">
                <a:solidFill>
                  <a:srgbClr val="A61C00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Thesis #2: Clear Paths to Reach Sales Targets  </a:t>
            </a:r>
            <a:endParaRPr sz="2500" b="1" dirty="0">
              <a:solidFill>
                <a:srgbClr val="A61C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869252" y="753637"/>
            <a:ext cx="9989247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1600" b="1" dirty="0">
                <a:latin typeface="Book Antiqua" panose="02040602050305030304" pitchFamily="18" charset="0"/>
                <a:ea typeface="Arial"/>
                <a:cs typeface="Arial"/>
                <a:sym typeface="Arial"/>
              </a:rPr>
              <a:t>Incremental revenues through expansion in underpenetrated U.S. 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1500" dirty="0">
                <a:solidFill>
                  <a:srgbClr val="262626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 </a:t>
            </a:r>
            <a:endParaRPr sz="1500" dirty="0">
              <a:solidFill>
                <a:srgbClr val="0000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7" name="Google Shape;236;p11">
            <a:extLst>
              <a:ext uri="{FF2B5EF4-FFF2-40B4-BE49-F238E27FC236}">
                <a16:creationId xmlns:a16="http://schemas.microsoft.com/office/drawing/2014/main" id="{93436681-28A5-9F32-8D4C-2BC0EB0C65BF}"/>
              </a:ext>
            </a:extLst>
          </p:cNvPr>
          <p:cNvSpPr txBox="1"/>
          <p:nvPr/>
        </p:nvSpPr>
        <p:spPr>
          <a:xfrm>
            <a:off x="814122" y="1519746"/>
            <a:ext cx="5337003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Runway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Management estimates that they are currently only 40% penetrated with expansion potential from 46 stores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ATZ guides 7-10 stores per year and should gradually increase market share in $160b U.S. woman’s apparel market</a:t>
            </a:r>
          </a:p>
          <a:p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U.S. stores price their clothing at the same or higher price points than Canadian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Larger U.S. stores enables for greater inventory display and invite higher foot traffic in affluent regions</a:t>
            </a:r>
          </a:p>
        </p:txBody>
      </p:sp>
      <p:sp>
        <p:nvSpPr>
          <p:cNvPr id="9" name="Google Shape;234;p11">
            <a:extLst>
              <a:ext uri="{FF2B5EF4-FFF2-40B4-BE49-F238E27FC236}">
                <a16:creationId xmlns:a16="http://schemas.microsoft.com/office/drawing/2014/main" id="{A815F73F-8F90-FBB9-C321-8B49B5300090}"/>
              </a:ext>
            </a:extLst>
          </p:cNvPr>
          <p:cNvSpPr txBox="1"/>
          <p:nvPr/>
        </p:nvSpPr>
        <p:spPr>
          <a:xfrm>
            <a:off x="869248" y="1237410"/>
            <a:ext cx="5297871" cy="307736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US Store Expansion Analysis</a:t>
            </a:r>
            <a:endParaRPr sz="1400" b="1" dirty="0">
              <a:solidFill>
                <a:schemeClr val="bg1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D03FB-5241-D5F6-39F9-DDAE1D35E0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61"/>
          <a:stretch/>
        </p:blipFill>
        <p:spPr>
          <a:xfrm>
            <a:off x="4907762" y="3922633"/>
            <a:ext cx="2986517" cy="219611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876D4F-14B2-9A12-F065-349E172B4814}"/>
              </a:ext>
            </a:extLst>
          </p:cNvPr>
          <p:cNvCxnSpPr>
            <a:cxnSpLocks/>
          </p:cNvCxnSpPr>
          <p:nvPr/>
        </p:nvCxnSpPr>
        <p:spPr>
          <a:xfrm>
            <a:off x="6083990" y="2540417"/>
            <a:ext cx="576170" cy="0"/>
          </a:xfrm>
          <a:prstGeom prst="straightConnector1">
            <a:avLst/>
          </a:prstGeom>
          <a:ln w="57150">
            <a:solidFill>
              <a:srgbClr val="6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32FDEA-EBC7-3612-8CDA-4181DF1E56FF}"/>
              </a:ext>
            </a:extLst>
          </p:cNvPr>
          <p:cNvCxnSpPr>
            <a:cxnSpLocks/>
          </p:cNvCxnSpPr>
          <p:nvPr/>
        </p:nvCxnSpPr>
        <p:spPr>
          <a:xfrm>
            <a:off x="9975735" y="2265896"/>
            <a:ext cx="537618" cy="99584"/>
          </a:xfrm>
          <a:prstGeom prst="straightConnector1">
            <a:avLst/>
          </a:prstGeom>
          <a:ln w="12700">
            <a:solidFill>
              <a:srgbClr val="6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F87E9A-BC69-1640-1F76-7FB2AB21EB9E}"/>
              </a:ext>
            </a:extLst>
          </p:cNvPr>
          <p:cNvGrpSpPr/>
          <p:nvPr/>
        </p:nvGrpSpPr>
        <p:grpSpPr>
          <a:xfrm>
            <a:off x="6660160" y="1114583"/>
            <a:ext cx="4717718" cy="2892583"/>
            <a:chOff x="7057777" y="1230637"/>
            <a:chExt cx="4572000" cy="3032309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407F9EEA-5681-B11F-A7D4-C1F88418770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20876693"/>
                </p:ext>
              </p:extLst>
            </p:nvPr>
          </p:nvGraphicFramePr>
          <p:xfrm>
            <a:off x="7057777" y="1230637"/>
            <a:ext cx="4572000" cy="30323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0809CF-5EAC-6E7F-D3A9-D850827A3F5C}"/>
                </a:ext>
              </a:extLst>
            </p:cNvPr>
            <p:cNvSpPr/>
            <p:nvPr/>
          </p:nvSpPr>
          <p:spPr>
            <a:xfrm>
              <a:off x="9271001" y="2134850"/>
              <a:ext cx="1003300" cy="569346"/>
            </a:xfrm>
            <a:prstGeom prst="ellipse">
              <a:avLst/>
            </a:prstGeom>
            <a:noFill/>
            <a:ln>
              <a:solidFill>
                <a:srgbClr val="66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657C7D-F7EB-5C7E-0AA3-F278DC737554}"/>
                </a:ext>
              </a:extLst>
            </p:cNvPr>
            <p:cNvSpPr txBox="1"/>
            <p:nvPr/>
          </p:nvSpPr>
          <p:spPr>
            <a:xfrm>
              <a:off x="9488566" y="2206732"/>
              <a:ext cx="754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ook Antiqua" panose="02040602050305030304" pitchFamily="18" charset="0"/>
                </a:rPr>
                <a:t>15.2% growth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B10A84F-0718-31EC-72B2-84F859C7F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93" y="4027638"/>
            <a:ext cx="3203182" cy="1955626"/>
          </a:xfrm>
          <a:prstGeom prst="rect">
            <a:avLst/>
          </a:prstGeom>
          <a:ln>
            <a:solidFill>
              <a:srgbClr val="66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2BC9F49-A5A5-43F9-04DA-EC4E92DCF90D}"/>
              </a:ext>
            </a:extLst>
          </p:cNvPr>
          <p:cNvSpPr txBox="1"/>
          <p:nvPr/>
        </p:nvSpPr>
        <p:spPr>
          <a:xfrm>
            <a:off x="8191815" y="4661314"/>
            <a:ext cx="295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Incremental revenue build??</a:t>
            </a:r>
          </a:p>
          <a:p>
            <a:r>
              <a:rPr lang="en-US" dirty="0"/>
              <a:t>Add something here</a:t>
            </a:r>
          </a:p>
        </p:txBody>
      </p:sp>
    </p:spTree>
    <p:extLst>
      <p:ext uri="{BB962C8B-B14F-4D97-AF65-F5344CB8AC3E}">
        <p14:creationId xmlns:p14="http://schemas.microsoft.com/office/powerpoint/2010/main" val="119511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/>
        </p:nvSpPr>
        <p:spPr>
          <a:xfrm>
            <a:off x="869251" y="338387"/>
            <a:ext cx="934631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en-US" sz="2500" b="1" dirty="0">
                <a:solidFill>
                  <a:srgbClr val="A61C00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Thesis #2: Clear Path to Reach Sales Target  </a:t>
            </a:r>
            <a:endParaRPr sz="2500" b="1" dirty="0">
              <a:solidFill>
                <a:srgbClr val="A61C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869252" y="753637"/>
            <a:ext cx="9989247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1600" b="1" dirty="0">
                <a:latin typeface="Book Antiqua" panose="02040602050305030304" pitchFamily="18" charset="0"/>
                <a:ea typeface="Arial"/>
                <a:cs typeface="Arial"/>
                <a:sym typeface="Arial"/>
              </a:rPr>
              <a:t>New management should shift focus to building out underdeveloped E-Commerce department 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1500" dirty="0">
                <a:solidFill>
                  <a:srgbClr val="262626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 </a:t>
            </a:r>
            <a:endParaRPr sz="1500" dirty="0">
              <a:solidFill>
                <a:srgbClr val="000000"/>
              </a:solidFill>
              <a:latin typeface="Book Antiqua" panose="02040602050305030304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7" name="Google Shape;236;p11">
            <a:extLst>
              <a:ext uri="{FF2B5EF4-FFF2-40B4-BE49-F238E27FC236}">
                <a16:creationId xmlns:a16="http://schemas.microsoft.com/office/drawing/2014/main" id="{93436681-28A5-9F32-8D4C-2BC0EB0C65BF}"/>
              </a:ext>
            </a:extLst>
          </p:cNvPr>
          <p:cNvSpPr txBox="1"/>
          <p:nvPr/>
        </p:nvSpPr>
        <p:spPr>
          <a:xfrm>
            <a:off x="772764" y="1676484"/>
            <a:ext cx="5199411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35% of ATZ’s LTM revenue came through online sales, lagging the retail industry average of 45%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Management guides for longer term digital sales to account for 45% of revenue mix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Clear runway to improve internal digital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Store expansion to catalyze Ecommerce spend as customers prefer to have nearby stores when shopping online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Opening the first store in a city has driven 2-3x more Google searches for </a:t>
            </a:r>
            <a:r>
              <a:rPr lang="en-US" sz="1400" dirty="0" err="1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Aritzia</a:t>
            </a: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80% uplift in online sales after 1st store in city is built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8" name="Google Shape;234;p11">
            <a:extLst>
              <a:ext uri="{FF2B5EF4-FFF2-40B4-BE49-F238E27FC236}">
                <a16:creationId xmlns:a16="http://schemas.microsoft.com/office/drawing/2014/main" id="{BD2A78EA-02BB-074F-7908-08B43FEB72AF}"/>
              </a:ext>
            </a:extLst>
          </p:cNvPr>
          <p:cNvSpPr txBox="1"/>
          <p:nvPr/>
        </p:nvSpPr>
        <p:spPr>
          <a:xfrm>
            <a:off x="6396035" y="1325131"/>
            <a:ext cx="4967287" cy="307736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New CEO Will Ignite Strategy Shift</a:t>
            </a:r>
            <a:endParaRPr sz="1400" b="1" dirty="0">
              <a:solidFill>
                <a:schemeClr val="bg1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9" name="Google Shape;234;p11">
            <a:extLst>
              <a:ext uri="{FF2B5EF4-FFF2-40B4-BE49-F238E27FC236}">
                <a16:creationId xmlns:a16="http://schemas.microsoft.com/office/drawing/2014/main" id="{A815F73F-8F90-FBB9-C321-8B49B5300090}"/>
              </a:ext>
            </a:extLst>
          </p:cNvPr>
          <p:cNvSpPr txBox="1"/>
          <p:nvPr/>
        </p:nvSpPr>
        <p:spPr>
          <a:xfrm>
            <a:off x="869251" y="1309315"/>
            <a:ext cx="4967287" cy="307736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  <a:ea typeface="Nunito"/>
                <a:cs typeface="Nunito"/>
                <a:sym typeface="Nunito"/>
              </a:rPr>
              <a:t>eCommerce Growth Potential</a:t>
            </a:r>
            <a:endParaRPr sz="1400" b="1" dirty="0">
              <a:solidFill>
                <a:schemeClr val="bg1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6;p11">
            <a:extLst>
              <a:ext uri="{FF2B5EF4-FFF2-40B4-BE49-F238E27FC236}">
                <a16:creationId xmlns:a16="http://schemas.microsoft.com/office/drawing/2014/main" id="{58B842FD-9A19-D319-B75E-3CF4B48F0FE3}"/>
              </a:ext>
            </a:extLst>
          </p:cNvPr>
          <p:cNvSpPr txBox="1"/>
          <p:nvPr/>
        </p:nvSpPr>
        <p:spPr>
          <a:xfrm>
            <a:off x="6565723" y="1676484"/>
            <a:ext cx="20210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Ex-CEO Brian Hill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Aritzia CEO Jennifer Wong's remarkable rise from salesperson to boss |  Financial Post">
            <a:extLst>
              <a:ext uri="{FF2B5EF4-FFF2-40B4-BE49-F238E27FC236}">
                <a16:creationId xmlns:a16="http://schemas.microsoft.com/office/drawing/2014/main" id="{14DB6DAA-13F7-A8E4-F271-67CF0D0DF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0" r="11770"/>
          <a:stretch/>
        </p:blipFill>
        <p:spPr bwMode="auto">
          <a:xfrm>
            <a:off x="9294584" y="4123698"/>
            <a:ext cx="1905003" cy="1905003"/>
          </a:xfrm>
          <a:prstGeom prst="rect">
            <a:avLst/>
          </a:prstGeom>
          <a:noFill/>
          <a:ln w="12700">
            <a:solidFill>
              <a:srgbClr val="66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39-Year-Old Canadian Retailer Aritzia Suddenly Became A Fashion Icon  And Made Its Founder A Near Billionaire">
            <a:extLst>
              <a:ext uri="{FF2B5EF4-FFF2-40B4-BE49-F238E27FC236}">
                <a16:creationId xmlns:a16="http://schemas.microsoft.com/office/drawing/2014/main" id="{5E3752BB-6748-261D-19F8-1CCBD4430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19" y="4114896"/>
            <a:ext cx="1905003" cy="1905003"/>
          </a:xfrm>
          <a:prstGeom prst="rect">
            <a:avLst/>
          </a:prstGeom>
          <a:noFill/>
          <a:ln w="12700">
            <a:solidFill>
              <a:srgbClr val="66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422F3E-B79A-0711-4780-8F2FBAB05DFB}"/>
              </a:ext>
            </a:extLst>
          </p:cNvPr>
          <p:cNvCxnSpPr>
            <a:cxnSpLocks/>
          </p:cNvCxnSpPr>
          <p:nvPr/>
        </p:nvCxnSpPr>
        <p:spPr>
          <a:xfrm>
            <a:off x="8628610" y="5076948"/>
            <a:ext cx="583450" cy="0"/>
          </a:xfrm>
          <a:prstGeom prst="straightConnector1">
            <a:avLst/>
          </a:prstGeom>
          <a:ln w="38100">
            <a:solidFill>
              <a:srgbClr val="6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9199A2-4666-5790-42DB-D2AB9BD5846B}"/>
              </a:ext>
            </a:extLst>
          </p:cNvPr>
          <p:cNvCxnSpPr>
            <a:cxnSpLocks/>
          </p:cNvCxnSpPr>
          <p:nvPr/>
        </p:nvCxnSpPr>
        <p:spPr>
          <a:xfrm flipV="1">
            <a:off x="8893966" y="1737878"/>
            <a:ext cx="0" cy="2336679"/>
          </a:xfrm>
          <a:prstGeom prst="line">
            <a:avLst/>
          </a:prstGeom>
          <a:ln w="31750">
            <a:solidFill>
              <a:srgbClr val="66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236;p11">
            <a:extLst>
              <a:ext uri="{FF2B5EF4-FFF2-40B4-BE49-F238E27FC236}">
                <a16:creationId xmlns:a16="http://schemas.microsoft.com/office/drawing/2014/main" id="{A9B7326C-48B6-394A-72DD-00DCA7E49239}"/>
              </a:ext>
            </a:extLst>
          </p:cNvPr>
          <p:cNvSpPr txBox="1"/>
          <p:nvPr/>
        </p:nvSpPr>
        <p:spPr>
          <a:xfrm>
            <a:off x="9205028" y="1675756"/>
            <a:ext cx="20210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CEO Jennifer Wong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8BED2-6FD1-E4A7-A39E-3BF0F15887F1}"/>
              </a:ext>
            </a:extLst>
          </p:cNvPr>
          <p:cNvSpPr txBox="1"/>
          <p:nvPr/>
        </p:nvSpPr>
        <p:spPr>
          <a:xfrm>
            <a:off x="6396034" y="2045795"/>
            <a:ext cx="23907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Founder &amp; CEO of </a:t>
            </a:r>
            <a:r>
              <a:rPr lang="en-US" sz="1400" dirty="0" err="1">
                <a:latin typeface="Book Antiqua" panose="02040602050305030304" pitchFamily="18" charset="0"/>
              </a:rPr>
              <a:t>Aritzia</a:t>
            </a:r>
            <a:r>
              <a:rPr lang="en-US" sz="1400" dirty="0">
                <a:latin typeface="Book Antiqua" panose="02040602050305030304" pitchFamily="18" charset="0"/>
              </a:rPr>
              <a:t> for 38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Responsible for product and marketing 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Conservative approach to digital mediums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Currently slated as  executive chair member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DAC57-E9A1-74E6-684F-B17A11D4CD1B}"/>
              </a:ext>
            </a:extLst>
          </p:cNvPr>
          <p:cNvSpPr txBox="1"/>
          <p:nvPr/>
        </p:nvSpPr>
        <p:spPr>
          <a:xfrm>
            <a:off x="9020173" y="2034006"/>
            <a:ext cx="23990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Previous President and COO since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Innovative and driven to enhance eCommerce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Spearheaded digital segment during Covid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 Antiqua" panose="02040602050305030304" pitchFamily="18" charset="0"/>
              </a:rPr>
              <a:t>Launched the improved eCommerce 2.0 in July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18" name="Google Shape;236;p11">
            <a:extLst>
              <a:ext uri="{FF2B5EF4-FFF2-40B4-BE49-F238E27FC236}">
                <a16:creationId xmlns:a16="http://schemas.microsoft.com/office/drawing/2014/main" id="{883B6F3F-32A3-3CCE-0609-005893B75F0D}"/>
              </a:ext>
            </a:extLst>
          </p:cNvPr>
          <p:cNvSpPr txBox="1"/>
          <p:nvPr/>
        </p:nvSpPr>
        <p:spPr>
          <a:xfrm>
            <a:off x="6561105" y="3773993"/>
            <a:ext cx="20210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1984 –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36;p11">
            <a:extLst>
              <a:ext uri="{FF2B5EF4-FFF2-40B4-BE49-F238E27FC236}">
                <a16:creationId xmlns:a16="http://schemas.microsoft.com/office/drawing/2014/main" id="{CD1FD4CB-48FA-37BB-CB04-8CFEA0CFEE55}"/>
              </a:ext>
            </a:extLst>
          </p:cNvPr>
          <p:cNvSpPr txBox="1"/>
          <p:nvPr/>
        </p:nvSpPr>
        <p:spPr>
          <a:xfrm>
            <a:off x="9266419" y="3773993"/>
            <a:ext cx="20210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0000"/>
                </a:solidFill>
                <a:latin typeface="Book Antiqua" panose="02040602050305030304" pitchFamily="18" charset="0"/>
                <a:ea typeface="Arial"/>
                <a:cs typeface="Arial"/>
                <a:sym typeface="Arial"/>
              </a:rPr>
              <a:t>2022 –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89968CB-CA2F-DCB9-244E-991017896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74511"/>
              </p:ext>
            </p:extLst>
          </p:nvPr>
        </p:nvGraphicFramePr>
        <p:xfrm>
          <a:off x="774654" y="3773993"/>
          <a:ext cx="5225685" cy="2406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7862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462</Words>
  <Application>Microsoft Macintosh PowerPoint</Application>
  <PresentationFormat>Widescreen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</cp:revision>
  <dcterms:created xsi:type="dcterms:W3CDTF">2023-09-11T13:38:01Z</dcterms:created>
  <dcterms:modified xsi:type="dcterms:W3CDTF">2023-09-11T22:32:52Z</dcterms:modified>
</cp:coreProperties>
</file>